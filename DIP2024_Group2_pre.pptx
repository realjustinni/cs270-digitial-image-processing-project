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451" r:id="rId2"/>
    <p:sldId id="452" r:id="rId3"/>
    <p:sldId id="460" r:id="rId4"/>
    <p:sldId id="461" r:id="rId5"/>
    <p:sldId id="462" r:id="rId6"/>
    <p:sldId id="463" r:id="rId7"/>
    <p:sldId id="464" r:id="rId8"/>
    <p:sldId id="465" r:id="rId9"/>
    <p:sldId id="466" r:id="rId10"/>
    <p:sldId id="468" r:id="rId11"/>
    <p:sldId id="469" r:id="rId12"/>
    <p:sldId id="459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E00BB"/>
    <a:srgbClr val="003AA3"/>
    <a:srgbClr val="FF4B4B"/>
    <a:srgbClr val="D8B9BA"/>
    <a:srgbClr val="99B3D7"/>
    <a:srgbClr val="DC9D9C"/>
    <a:srgbClr val="2800AE"/>
    <a:srgbClr val="014099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66" autoAdjust="0"/>
    <p:restoredTop sz="94578" autoAdjust="0"/>
  </p:normalViewPr>
  <p:slideViewPr>
    <p:cSldViewPr snapToGrid="0">
      <p:cViewPr>
        <p:scale>
          <a:sx n="100" d="100"/>
          <a:sy n="100" d="100"/>
        </p:scale>
        <p:origin x="442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5C3268D-D47B-4970-8128-85AD8508620E}" type="doc">
      <dgm:prSet loTypeId="urn:microsoft.com/office/officeart/2005/8/layout/process1" loCatId="process" qsTypeId="urn:microsoft.com/office/officeart/2005/8/quickstyle/simple1" qsCatId="simple" csTypeId="urn:microsoft.com/office/officeart/2005/8/colors/accent6_1" csCatId="accent6" phldr="1"/>
      <dgm:spPr/>
    </dgm:pt>
    <dgm:pt modelId="{74A73AE1-74B3-46B6-AFDC-032756FD722A}">
      <dgm:prSet phldrT="[文本]"/>
      <dgm:spPr/>
      <dgm:t>
        <a:bodyPr/>
        <a:lstStyle/>
        <a:p>
          <a:r>
            <a:rPr lang="en-US" altLang="zh-CN" dirty="0"/>
            <a:t>Shadow Detection</a:t>
          </a:r>
          <a:endParaRPr lang="zh-CN" altLang="en-US" dirty="0"/>
        </a:p>
      </dgm:t>
    </dgm:pt>
    <dgm:pt modelId="{B3A159D5-3A05-48CF-AA60-903A1796D7A9}" type="par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C51562B9-75E6-4B25-816C-DCA10D9A72A5}" type="sibTrans" cxnId="{92749622-4523-4E6A-B1F2-7ECB43776552}">
      <dgm:prSet/>
      <dgm:spPr/>
      <dgm:t>
        <a:bodyPr/>
        <a:lstStyle/>
        <a:p>
          <a:endParaRPr lang="zh-CN" altLang="en-US"/>
        </a:p>
      </dgm:t>
    </dgm:pt>
    <dgm:pt modelId="{BA362246-16A6-49E9-8DF3-18F5F8844961}">
      <dgm:prSet phldrT="[文本]"/>
      <dgm:spPr/>
      <dgm:t>
        <a:bodyPr/>
        <a:lstStyle/>
        <a:p>
          <a:r>
            <a:rPr lang="en-US" altLang="zh-CN" dirty="0"/>
            <a:t>Interactive Region Growing</a:t>
          </a:r>
          <a:endParaRPr lang="zh-CN" altLang="en-US" dirty="0"/>
        </a:p>
      </dgm:t>
    </dgm:pt>
    <dgm:pt modelId="{73943D7D-4094-4BC0-BFFC-20D3CF19743C}" type="par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DBD8DE-CD64-48EF-8079-4E2086EF72E6}" type="sibTrans" cxnId="{BBF1B57B-8127-4200-A651-499A7191F412}">
      <dgm:prSet/>
      <dgm:spPr/>
      <dgm:t>
        <a:bodyPr/>
        <a:lstStyle/>
        <a:p>
          <a:endParaRPr lang="zh-CN" altLang="en-US"/>
        </a:p>
      </dgm:t>
    </dgm:pt>
    <dgm:pt modelId="{E408010C-E6CF-4A15-8B1D-A78BA9237893}">
      <dgm:prSet phldrT="[文本]"/>
      <dgm:spPr/>
      <dgm:t>
        <a:bodyPr/>
        <a:lstStyle/>
        <a:p>
          <a:r>
            <a:rPr lang="en-US" altLang="zh-CN" dirty="0"/>
            <a:t>Boundary Extraction and Smoothing</a:t>
          </a:r>
          <a:endParaRPr lang="zh-CN" altLang="en-US" dirty="0"/>
        </a:p>
      </dgm:t>
    </dgm:pt>
    <dgm:pt modelId="{FB2C767E-E4E6-43C5-81DD-EF3E89333D2C}" type="par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15E3E6F5-5A16-4385-83B4-7EC2866AF064}" type="sibTrans" cxnId="{4DFDFAF3-107B-4C86-9BEF-F908B7178CF9}">
      <dgm:prSet/>
      <dgm:spPr/>
      <dgm:t>
        <a:bodyPr/>
        <a:lstStyle/>
        <a:p>
          <a:endParaRPr lang="zh-CN" altLang="en-US"/>
        </a:p>
      </dgm:t>
    </dgm:pt>
    <dgm:pt modelId="{2BC43824-FE23-4757-86A5-9900FF18C20A}">
      <dgm:prSet phldrT="[文本]"/>
      <dgm:spPr/>
      <dgm:t>
        <a:bodyPr/>
        <a:lstStyle/>
        <a:p>
          <a:r>
            <a:rPr lang="en-US" altLang="zh-CN" dirty="0"/>
            <a:t>Shadow Removal</a:t>
          </a:r>
          <a:endParaRPr lang="zh-CN" altLang="en-US" dirty="0"/>
        </a:p>
      </dgm:t>
    </dgm:pt>
    <dgm:pt modelId="{019CBE7F-13A8-451F-A2DA-D3A998F7127F}" type="parTrans" cxnId="{D01BD1B0-A9E0-42CA-ADC0-B62AF9CAC0E9}">
      <dgm:prSet/>
      <dgm:spPr/>
      <dgm:t>
        <a:bodyPr/>
        <a:lstStyle/>
        <a:p>
          <a:endParaRPr lang="zh-CN" altLang="en-US"/>
        </a:p>
      </dgm:t>
    </dgm:pt>
    <dgm:pt modelId="{C8E10589-CA6B-45EE-80BC-3A5FBB511700}" type="sibTrans" cxnId="{D01BD1B0-A9E0-42CA-ADC0-B62AF9CAC0E9}">
      <dgm:prSet/>
      <dgm:spPr/>
      <dgm:t>
        <a:bodyPr/>
        <a:lstStyle/>
        <a:p>
          <a:endParaRPr lang="zh-CN" altLang="en-US"/>
        </a:p>
      </dgm:t>
    </dgm:pt>
    <dgm:pt modelId="{CD4F9C57-C046-4BAB-B670-8D3D4C42E448}" type="pres">
      <dgm:prSet presAssocID="{65C3268D-D47B-4970-8128-85AD8508620E}" presName="Name0" presStyleCnt="0">
        <dgm:presLayoutVars>
          <dgm:dir/>
          <dgm:resizeHandles val="exact"/>
        </dgm:presLayoutVars>
      </dgm:prSet>
      <dgm:spPr/>
    </dgm:pt>
    <dgm:pt modelId="{B319F780-9B1B-4874-BB19-C3D3F950FC5A}" type="pres">
      <dgm:prSet presAssocID="{74A73AE1-74B3-46B6-AFDC-032756FD722A}" presName="node" presStyleLbl="node1" presStyleIdx="0" presStyleCnt="4">
        <dgm:presLayoutVars>
          <dgm:bulletEnabled val="1"/>
        </dgm:presLayoutVars>
      </dgm:prSet>
      <dgm:spPr/>
    </dgm:pt>
    <dgm:pt modelId="{E5B86E7D-B28B-4F3E-87BA-9CA752516D94}" type="pres">
      <dgm:prSet presAssocID="{C51562B9-75E6-4B25-816C-DCA10D9A72A5}" presName="sibTrans" presStyleLbl="sibTrans2D1" presStyleIdx="0" presStyleCnt="3"/>
      <dgm:spPr/>
    </dgm:pt>
    <dgm:pt modelId="{9CBDF3FE-8C30-42BD-B064-69100A47C16A}" type="pres">
      <dgm:prSet presAssocID="{C51562B9-75E6-4B25-816C-DCA10D9A72A5}" presName="connectorText" presStyleLbl="sibTrans2D1" presStyleIdx="0" presStyleCnt="3"/>
      <dgm:spPr/>
    </dgm:pt>
    <dgm:pt modelId="{A81F8AEC-959D-4B65-9C1F-1650C2074945}" type="pres">
      <dgm:prSet presAssocID="{BA362246-16A6-49E9-8DF3-18F5F8844961}" presName="node" presStyleLbl="node1" presStyleIdx="1" presStyleCnt="4">
        <dgm:presLayoutVars>
          <dgm:bulletEnabled val="1"/>
        </dgm:presLayoutVars>
      </dgm:prSet>
      <dgm:spPr/>
    </dgm:pt>
    <dgm:pt modelId="{4623DA0F-A934-4333-A0EC-7663DB1C1A07}" type="pres">
      <dgm:prSet presAssocID="{E4DBD8DE-CD64-48EF-8079-4E2086EF72E6}" presName="sibTrans" presStyleLbl="sibTrans2D1" presStyleIdx="1" presStyleCnt="3"/>
      <dgm:spPr/>
    </dgm:pt>
    <dgm:pt modelId="{A7EC0A8A-C036-4D54-9FD8-F6A3A99239D7}" type="pres">
      <dgm:prSet presAssocID="{E4DBD8DE-CD64-48EF-8079-4E2086EF72E6}" presName="connectorText" presStyleLbl="sibTrans2D1" presStyleIdx="1" presStyleCnt="3"/>
      <dgm:spPr/>
    </dgm:pt>
    <dgm:pt modelId="{DF50B8EA-1A3B-4D47-9850-343D40107633}" type="pres">
      <dgm:prSet presAssocID="{E408010C-E6CF-4A15-8B1D-A78BA9237893}" presName="node" presStyleLbl="node1" presStyleIdx="2" presStyleCnt="4">
        <dgm:presLayoutVars>
          <dgm:bulletEnabled val="1"/>
        </dgm:presLayoutVars>
      </dgm:prSet>
      <dgm:spPr/>
    </dgm:pt>
    <dgm:pt modelId="{4E809D3B-2063-4193-92EA-3A5A647EA5B6}" type="pres">
      <dgm:prSet presAssocID="{15E3E6F5-5A16-4385-83B4-7EC2866AF064}" presName="sibTrans" presStyleLbl="sibTrans2D1" presStyleIdx="2" presStyleCnt="3"/>
      <dgm:spPr/>
    </dgm:pt>
    <dgm:pt modelId="{EF4E835D-9FD4-45F7-83C6-EABDEEA10617}" type="pres">
      <dgm:prSet presAssocID="{15E3E6F5-5A16-4385-83B4-7EC2866AF064}" presName="connectorText" presStyleLbl="sibTrans2D1" presStyleIdx="2" presStyleCnt="3"/>
      <dgm:spPr/>
    </dgm:pt>
    <dgm:pt modelId="{922DE008-900C-4C6A-B576-621D3FAFF4E9}" type="pres">
      <dgm:prSet presAssocID="{2BC43824-FE23-4757-86A5-9900FF18C20A}" presName="node" presStyleLbl="node1" presStyleIdx="3" presStyleCnt="4">
        <dgm:presLayoutVars>
          <dgm:bulletEnabled val="1"/>
        </dgm:presLayoutVars>
      </dgm:prSet>
      <dgm:spPr/>
    </dgm:pt>
  </dgm:ptLst>
  <dgm:cxnLst>
    <dgm:cxn modelId="{9F93AA12-41CD-4937-A699-04F70EACEA38}" type="presOf" srcId="{E4DBD8DE-CD64-48EF-8079-4E2086EF72E6}" destId="{4623DA0F-A934-4333-A0EC-7663DB1C1A07}" srcOrd="0" destOrd="0" presId="urn:microsoft.com/office/officeart/2005/8/layout/process1"/>
    <dgm:cxn modelId="{92749622-4523-4E6A-B1F2-7ECB43776552}" srcId="{65C3268D-D47B-4970-8128-85AD8508620E}" destId="{74A73AE1-74B3-46B6-AFDC-032756FD722A}" srcOrd="0" destOrd="0" parTransId="{B3A159D5-3A05-48CF-AA60-903A1796D7A9}" sibTransId="{C51562B9-75E6-4B25-816C-DCA10D9A72A5}"/>
    <dgm:cxn modelId="{6C43F623-4D92-43C2-B44B-9B70A639F089}" type="presOf" srcId="{2BC43824-FE23-4757-86A5-9900FF18C20A}" destId="{922DE008-900C-4C6A-B576-621D3FAFF4E9}" srcOrd="0" destOrd="0" presId="urn:microsoft.com/office/officeart/2005/8/layout/process1"/>
    <dgm:cxn modelId="{70101430-9008-4E18-9E50-00AEE6508714}" type="presOf" srcId="{C51562B9-75E6-4B25-816C-DCA10D9A72A5}" destId="{E5B86E7D-B28B-4F3E-87BA-9CA752516D94}" srcOrd="0" destOrd="0" presId="urn:microsoft.com/office/officeart/2005/8/layout/process1"/>
    <dgm:cxn modelId="{B69B0E62-BB7D-4B55-99BB-6F11353742C3}" type="presOf" srcId="{74A73AE1-74B3-46B6-AFDC-032756FD722A}" destId="{B319F780-9B1B-4874-BB19-C3D3F950FC5A}" srcOrd="0" destOrd="0" presId="urn:microsoft.com/office/officeart/2005/8/layout/process1"/>
    <dgm:cxn modelId="{20DB1A67-071E-4A4B-AC9F-35F2D5941B74}" type="presOf" srcId="{E408010C-E6CF-4A15-8B1D-A78BA9237893}" destId="{DF50B8EA-1A3B-4D47-9850-343D40107633}" srcOrd="0" destOrd="0" presId="urn:microsoft.com/office/officeart/2005/8/layout/process1"/>
    <dgm:cxn modelId="{2C30CE57-BFEA-4E76-BF8D-CED7B1A38D53}" type="presOf" srcId="{65C3268D-D47B-4970-8128-85AD8508620E}" destId="{CD4F9C57-C046-4BAB-B670-8D3D4C42E448}" srcOrd="0" destOrd="0" presId="urn:microsoft.com/office/officeart/2005/8/layout/process1"/>
    <dgm:cxn modelId="{EF7EA458-651E-4578-8D02-14E15F9358E4}" type="presOf" srcId="{C51562B9-75E6-4B25-816C-DCA10D9A72A5}" destId="{9CBDF3FE-8C30-42BD-B064-69100A47C16A}" srcOrd="1" destOrd="0" presId="urn:microsoft.com/office/officeart/2005/8/layout/process1"/>
    <dgm:cxn modelId="{BBF1B57B-8127-4200-A651-499A7191F412}" srcId="{65C3268D-D47B-4970-8128-85AD8508620E}" destId="{BA362246-16A6-49E9-8DF3-18F5F8844961}" srcOrd="1" destOrd="0" parTransId="{73943D7D-4094-4BC0-BFFC-20D3CF19743C}" sibTransId="{E4DBD8DE-CD64-48EF-8079-4E2086EF72E6}"/>
    <dgm:cxn modelId="{5F526E83-8551-42E7-9F04-99255E758C35}" type="presOf" srcId="{15E3E6F5-5A16-4385-83B4-7EC2866AF064}" destId="{EF4E835D-9FD4-45F7-83C6-EABDEEA10617}" srcOrd="1" destOrd="0" presId="urn:microsoft.com/office/officeart/2005/8/layout/process1"/>
    <dgm:cxn modelId="{D01BD1B0-A9E0-42CA-ADC0-B62AF9CAC0E9}" srcId="{65C3268D-D47B-4970-8128-85AD8508620E}" destId="{2BC43824-FE23-4757-86A5-9900FF18C20A}" srcOrd="3" destOrd="0" parTransId="{019CBE7F-13A8-451F-A2DA-D3A998F7127F}" sibTransId="{C8E10589-CA6B-45EE-80BC-3A5FBB511700}"/>
    <dgm:cxn modelId="{78D315C2-319D-454A-85E4-A85AEE6784E1}" type="presOf" srcId="{BA362246-16A6-49E9-8DF3-18F5F8844961}" destId="{A81F8AEC-959D-4B65-9C1F-1650C2074945}" srcOrd="0" destOrd="0" presId="urn:microsoft.com/office/officeart/2005/8/layout/process1"/>
    <dgm:cxn modelId="{A09912E4-9126-44B0-9D17-DD952E806B5F}" type="presOf" srcId="{E4DBD8DE-CD64-48EF-8079-4E2086EF72E6}" destId="{A7EC0A8A-C036-4D54-9FD8-F6A3A99239D7}" srcOrd="1" destOrd="0" presId="urn:microsoft.com/office/officeart/2005/8/layout/process1"/>
    <dgm:cxn modelId="{84391EF0-37B8-4138-8E23-DE0BA3C4C487}" type="presOf" srcId="{15E3E6F5-5A16-4385-83B4-7EC2866AF064}" destId="{4E809D3B-2063-4193-92EA-3A5A647EA5B6}" srcOrd="0" destOrd="0" presId="urn:microsoft.com/office/officeart/2005/8/layout/process1"/>
    <dgm:cxn modelId="{4DFDFAF3-107B-4C86-9BEF-F908B7178CF9}" srcId="{65C3268D-D47B-4970-8128-85AD8508620E}" destId="{E408010C-E6CF-4A15-8B1D-A78BA9237893}" srcOrd="2" destOrd="0" parTransId="{FB2C767E-E4E6-43C5-81DD-EF3E89333D2C}" sibTransId="{15E3E6F5-5A16-4385-83B4-7EC2866AF064}"/>
    <dgm:cxn modelId="{6F897FE1-1270-4194-8274-C271304DF386}" type="presParOf" srcId="{CD4F9C57-C046-4BAB-B670-8D3D4C42E448}" destId="{B319F780-9B1B-4874-BB19-C3D3F950FC5A}" srcOrd="0" destOrd="0" presId="urn:microsoft.com/office/officeart/2005/8/layout/process1"/>
    <dgm:cxn modelId="{5C491A49-F77B-403C-AD07-BFE819BDD96F}" type="presParOf" srcId="{CD4F9C57-C046-4BAB-B670-8D3D4C42E448}" destId="{E5B86E7D-B28B-4F3E-87BA-9CA752516D94}" srcOrd="1" destOrd="0" presId="urn:microsoft.com/office/officeart/2005/8/layout/process1"/>
    <dgm:cxn modelId="{45F0A9E9-D5A4-48DD-A473-A2A166DE0C8F}" type="presParOf" srcId="{E5B86E7D-B28B-4F3E-87BA-9CA752516D94}" destId="{9CBDF3FE-8C30-42BD-B064-69100A47C16A}" srcOrd="0" destOrd="0" presId="urn:microsoft.com/office/officeart/2005/8/layout/process1"/>
    <dgm:cxn modelId="{3FFF458A-B1A7-4F4C-BF9A-F12FE9E5F125}" type="presParOf" srcId="{CD4F9C57-C046-4BAB-B670-8D3D4C42E448}" destId="{A81F8AEC-959D-4B65-9C1F-1650C2074945}" srcOrd="2" destOrd="0" presId="urn:microsoft.com/office/officeart/2005/8/layout/process1"/>
    <dgm:cxn modelId="{3B19DF12-2695-45F6-BE83-03C591332D20}" type="presParOf" srcId="{CD4F9C57-C046-4BAB-B670-8D3D4C42E448}" destId="{4623DA0F-A934-4333-A0EC-7663DB1C1A07}" srcOrd="3" destOrd="0" presId="urn:microsoft.com/office/officeart/2005/8/layout/process1"/>
    <dgm:cxn modelId="{C7BD40EE-98DE-4227-ADC4-BD6EF88E2CB1}" type="presParOf" srcId="{4623DA0F-A934-4333-A0EC-7663DB1C1A07}" destId="{A7EC0A8A-C036-4D54-9FD8-F6A3A99239D7}" srcOrd="0" destOrd="0" presId="urn:microsoft.com/office/officeart/2005/8/layout/process1"/>
    <dgm:cxn modelId="{69F3042D-416A-4051-837D-051AFB168DB5}" type="presParOf" srcId="{CD4F9C57-C046-4BAB-B670-8D3D4C42E448}" destId="{DF50B8EA-1A3B-4D47-9850-343D40107633}" srcOrd="4" destOrd="0" presId="urn:microsoft.com/office/officeart/2005/8/layout/process1"/>
    <dgm:cxn modelId="{7B0C390A-55C9-433C-B7E6-909F5549F8E2}" type="presParOf" srcId="{CD4F9C57-C046-4BAB-B670-8D3D4C42E448}" destId="{4E809D3B-2063-4193-92EA-3A5A647EA5B6}" srcOrd="5" destOrd="0" presId="urn:microsoft.com/office/officeart/2005/8/layout/process1"/>
    <dgm:cxn modelId="{726538B1-BAE1-4790-A6F1-B54CF65D8093}" type="presParOf" srcId="{4E809D3B-2063-4193-92EA-3A5A647EA5B6}" destId="{EF4E835D-9FD4-45F7-83C6-EABDEEA10617}" srcOrd="0" destOrd="0" presId="urn:microsoft.com/office/officeart/2005/8/layout/process1"/>
    <dgm:cxn modelId="{FF1ACD87-BC00-44AA-A7E7-22AB9828F6C0}" type="presParOf" srcId="{CD4F9C57-C046-4BAB-B670-8D3D4C42E448}" destId="{922DE008-900C-4C6A-B576-621D3FAFF4E9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19F780-9B1B-4874-BB19-C3D3F950FC5A}">
      <dsp:nvSpPr>
        <dsp:cNvPr id="0" name=""/>
        <dsp:cNvSpPr/>
      </dsp:nvSpPr>
      <dsp:spPr>
        <a:xfrm>
          <a:off x="3571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Shadow Detection</a:t>
          </a:r>
          <a:endParaRPr lang="zh-CN" altLang="en-US" sz="1800" kern="1200" dirty="0"/>
        </a:p>
      </dsp:txBody>
      <dsp:txXfrm>
        <a:off x="49312" y="1929689"/>
        <a:ext cx="1470221" cy="1559287"/>
      </dsp:txXfrm>
    </dsp:sp>
    <dsp:sp modelId="{E5B86E7D-B28B-4F3E-87BA-9CA752516D94}">
      <dsp:nvSpPr>
        <dsp:cNvPr id="0" name=""/>
        <dsp:cNvSpPr/>
      </dsp:nvSpPr>
      <dsp:spPr>
        <a:xfrm>
          <a:off x="1721445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1721445" y="2593142"/>
        <a:ext cx="231757" cy="232382"/>
      </dsp:txXfrm>
    </dsp:sp>
    <dsp:sp modelId="{A81F8AEC-959D-4B65-9C1F-1650C2074945}">
      <dsp:nvSpPr>
        <dsp:cNvPr id="0" name=""/>
        <dsp:cNvSpPr/>
      </dsp:nvSpPr>
      <dsp:spPr>
        <a:xfrm>
          <a:off x="2189956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Interactive Region Growing</a:t>
          </a:r>
          <a:endParaRPr lang="zh-CN" altLang="en-US" sz="1800" kern="1200" dirty="0"/>
        </a:p>
      </dsp:txBody>
      <dsp:txXfrm>
        <a:off x="2235697" y="1929689"/>
        <a:ext cx="1470221" cy="1559287"/>
      </dsp:txXfrm>
    </dsp:sp>
    <dsp:sp modelId="{4623DA0F-A934-4333-A0EC-7663DB1C1A07}">
      <dsp:nvSpPr>
        <dsp:cNvPr id="0" name=""/>
        <dsp:cNvSpPr/>
      </dsp:nvSpPr>
      <dsp:spPr>
        <a:xfrm>
          <a:off x="3907829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3907829" y="2593142"/>
        <a:ext cx="231757" cy="232382"/>
      </dsp:txXfrm>
    </dsp:sp>
    <dsp:sp modelId="{DF50B8EA-1A3B-4D47-9850-343D40107633}">
      <dsp:nvSpPr>
        <dsp:cNvPr id="0" name=""/>
        <dsp:cNvSpPr/>
      </dsp:nvSpPr>
      <dsp:spPr>
        <a:xfrm>
          <a:off x="4376340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Boundary Extraction and Smoothing</a:t>
          </a:r>
          <a:endParaRPr lang="zh-CN" altLang="en-US" sz="1800" kern="1200" dirty="0"/>
        </a:p>
      </dsp:txBody>
      <dsp:txXfrm>
        <a:off x="4422081" y="1929689"/>
        <a:ext cx="1470221" cy="1559287"/>
      </dsp:txXfrm>
    </dsp:sp>
    <dsp:sp modelId="{4E809D3B-2063-4193-92EA-3A5A647EA5B6}">
      <dsp:nvSpPr>
        <dsp:cNvPr id="0" name=""/>
        <dsp:cNvSpPr/>
      </dsp:nvSpPr>
      <dsp:spPr>
        <a:xfrm>
          <a:off x="6094214" y="2515682"/>
          <a:ext cx="331081" cy="38730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100" kern="1200"/>
        </a:p>
      </dsp:txBody>
      <dsp:txXfrm>
        <a:off x="6094214" y="2593142"/>
        <a:ext cx="231757" cy="232382"/>
      </dsp:txXfrm>
    </dsp:sp>
    <dsp:sp modelId="{922DE008-900C-4C6A-B576-621D3FAFF4E9}">
      <dsp:nvSpPr>
        <dsp:cNvPr id="0" name=""/>
        <dsp:cNvSpPr/>
      </dsp:nvSpPr>
      <dsp:spPr>
        <a:xfrm>
          <a:off x="6562724" y="1883948"/>
          <a:ext cx="1561703" cy="165076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Shadow Removal</a:t>
          </a:r>
          <a:endParaRPr lang="zh-CN" altLang="en-US" sz="1800" kern="1200" dirty="0"/>
        </a:p>
      </dsp:txBody>
      <dsp:txXfrm>
        <a:off x="6608465" y="1929689"/>
        <a:ext cx="1470221" cy="15592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0F083-6108-4243-A388-DDB13CB06986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31F93-DC01-482F-AB5B-F81885DA799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/>
          <a:srcRect t="12500" b="12500"/>
          <a:stretch>
            <a:fillRect/>
          </a:stretch>
        </p:blipFill>
        <p:spPr>
          <a:xfrm>
            <a:off x="0" y="0"/>
            <a:ext cx="12192000" cy="6858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931" y="3066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616868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24" name="图片 23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gradFill>
          <a:gsLst>
            <a:gs pos="100000">
              <a:srgbClr val="7F0020"/>
            </a:gs>
            <a:gs pos="0">
              <a:srgbClr val="D74034"/>
            </a:gs>
            <a:gs pos="30000">
              <a:srgbClr val="C00000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80992"/>
            <a:ext cx="10515600" cy="1296015"/>
          </a:xfrm>
        </p:spPr>
        <p:txBody>
          <a:bodyPr anchor="b">
            <a:noAutofit/>
          </a:bodyPr>
          <a:lstStyle>
            <a:lvl1pPr>
              <a:defRPr sz="80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313"/>
          <a:stretch>
            <a:fillRect/>
          </a:stretch>
        </p:blipFill>
        <p:spPr>
          <a:xfrm>
            <a:off x="0" y="5069225"/>
            <a:ext cx="12192000" cy="1798303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328428"/>
            <a:ext cx="2772075" cy="7628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 cstate="email"/>
          <a:srcRect r="416"/>
          <a:stretch>
            <a:fillRect/>
          </a:stretch>
        </p:blipFill>
        <p:spPr>
          <a:xfrm>
            <a:off x="-1" y="5120806"/>
            <a:ext cx="12191999" cy="1759932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9028590" y="182508"/>
            <a:ext cx="2772075" cy="762828"/>
          </a:xfrm>
          <a:prstGeom prst="rect">
            <a:avLst/>
          </a:prstGeom>
        </p:spPr>
      </p:pic>
      <p:sp>
        <p:nvSpPr>
          <p:cNvPr id="10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  <a:solidFill>
            <a:srgbClr val="A40006"/>
          </a:solidFill>
          <a:ln w="19050">
            <a:solidFill>
              <a:srgbClr val="FF0000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底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底纹 + 校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26812" y="325447"/>
            <a:ext cx="2810614" cy="752510"/>
          </a:xfrm>
          <a:prstGeom prst="rect">
            <a:avLst/>
          </a:prstGeom>
        </p:spPr>
      </p:pic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7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含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等腰三角形 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1539503" y="2755"/>
            <a:ext cx="10515600" cy="13157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 anchorCtr="0">
            <a:normAutofit/>
          </a:bodyPr>
          <a:lstStyle>
            <a:lvl1pPr algn="r">
              <a:defRPr sz="3200" b="1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  <p:grpSp>
        <p:nvGrpSpPr>
          <p:cNvPr id="13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tx2"/>
          </a:solidFill>
        </p:grpSpPr>
        <p:sp>
          <p:nvSpPr>
            <p:cNvPr id="14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863600" y="1579654"/>
            <a:ext cx="10309225" cy="4646612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等腰三角形 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549169" y="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信息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1"/>
            <a:ext cx="12192000" cy="1800828"/>
            <a:chOff x="0" y="3476"/>
            <a:chExt cx="5775" cy="853"/>
          </a:xfrm>
          <a:solidFill>
            <a:schemeClr val="accent1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6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等腰三角形 26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 hasCustomPrompt="1"/>
          </p:nvPr>
        </p:nvSpPr>
        <p:spPr>
          <a:xfrm>
            <a:off x="1478543" y="0"/>
            <a:ext cx="10515600" cy="131088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单击此处编辑母版标题样式增长一些尝试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物质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2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779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lang="zh-CN" altLang="en-US" sz="3200" b="1" kern="1200" dirty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生命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3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31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等腰三角形 31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3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3" name="图片 32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管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4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890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创艺学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10" name="Group 4"/>
          <p:cNvGrpSpPr>
            <a:grpSpLocks noChangeAspect="1"/>
          </p:cNvGrpSpPr>
          <p:nvPr userDrawn="1"/>
        </p:nvGrpSpPr>
        <p:grpSpPr bwMode="auto">
          <a:xfrm>
            <a:off x="0" y="5072540"/>
            <a:ext cx="12192000" cy="1800828"/>
            <a:chOff x="0" y="3476"/>
            <a:chExt cx="5775" cy="853"/>
          </a:xfrm>
          <a:solidFill>
            <a:schemeClr val="accent5"/>
          </a:solidFill>
        </p:grpSpPr>
        <p:sp>
          <p:nvSpPr>
            <p:cNvPr id="11" name="Freeform 5"/>
            <p:cNvSpPr>
              <a:spLocks noEditPoints="1"/>
            </p:cNvSpPr>
            <p:nvPr/>
          </p:nvSpPr>
          <p:spPr bwMode="auto">
            <a:xfrm>
              <a:off x="16" y="3476"/>
              <a:ext cx="233" cy="823"/>
            </a:xfrm>
            <a:custGeom>
              <a:avLst/>
              <a:gdLst>
                <a:gd name="T0" fmla="*/ 83 w 90"/>
                <a:gd name="T1" fmla="*/ 303 h 308"/>
                <a:gd name="T2" fmla="*/ 63 w 90"/>
                <a:gd name="T3" fmla="*/ 300 h 308"/>
                <a:gd name="T4" fmla="*/ 68 w 90"/>
                <a:gd name="T5" fmla="*/ 270 h 308"/>
                <a:gd name="T6" fmla="*/ 62 w 90"/>
                <a:gd name="T7" fmla="*/ 240 h 308"/>
                <a:gd name="T8" fmla="*/ 64 w 90"/>
                <a:gd name="T9" fmla="*/ 196 h 308"/>
                <a:gd name="T10" fmla="*/ 61 w 90"/>
                <a:gd name="T11" fmla="*/ 180 h 308"/>
                <a:gd name="T12" fmla="*/ 65 w 90"/>
                <a:gd name="T13" fmla="*/ 150 h 308"/>
                <a:gd name="T14" fmla="*/ 60 w 90"/>
                <a:gd name="T15" fmla="*/ 120 h 308"/>
                <a:gd name="T16" fmla="*/ 64 w 90"/>
                <a:gd name="T17" fmla="*/ 91 h 308"/>
                <a:gd name="T18" fmla="*/ 58 w 90"/>
                <a:gd name="T19" fmla="*/ 61 h 308"/>
                <a:gd name="T20" fmla="*/ 62 w 90"/>
                <a:gd name="T21" fmla="*/ 30 h 308"/>
                <a:gd name="T22" fmla="*/ 44 w 90"/>
                <a:gd name="T23" fmla="*/ 0 h 308"/>
                <a:gd name="T24" fmla="*/ 32 w 90"/>
                <a:gd name="T25" fmla="*/ 61 h 308"/>
                <a:gd name="T26" fmla="*/ 27 w 90"/>
                <a:gd name="T27" fmla="*/ 91 h 308"/>
                <a:gd name="T28" fmla="*/ 25 w 90"/>
                <a:gd name="T29" fmla="*/ 150 h 308"/>
                <a:gd name="T30" fmla="*/ 25 w 90"/>
                <a:gd name="T31" fmla="*/ 151 h 308"/>
                <a:gd name="T32" fmla="*/ 22 w 90"/>
                <a:gd name="T33" fmla="*/ 221 h 308"/>
                <a:gd name="T34" fmla="*/ 29 w 90"/>
                <a:gd name="T35" fmla="*/ 241 h 308"/>
                <a:gd name="T36" fmla="*/ 22 w 90"/>
                <a:gd name="T37" fmla="*/ 271 h 308"/>
                <a:gd name="T38" fmla="*/ 13 w 90"/>
                <a:gd name="T39" fmla="*/ 303 h 308"/>
                <a:gd name="T40" fmla="*/ 0 w 90"/>
                <a:gd name="T41" fmla="*/ 305 h 308"/>
                <a:gd name="T42" fmla="*/ 90 w 90"/>
                <a:gd name="T43" fmla="*/ 305 h 308"/>
                <a:gd name="T44" fmla="*/ 58 w 90"/>
                <a:gd name="T45" fmla="*/ 239 h 308"/>
                <a:gd name="T46" fmla="*/ 45 w 90"/>
                <a:gd name="T47" fmla="*/ 154 h 308"/>
                <a:gd name="T48" fmla="*/ 34 w 90"/>
                <a:gd name="T49" fmla="*/ 179 h 308"/>
                <a:gd name="T50" fmla="*/ 55 w 90"/>
                <a:gd name="T51" fmla="*/ 59 h 308"/>
                <a:gd name="T52" fmla="*/ 55 w 90"/>
                <a:gd name="T53" fmla="*/ 59 h 308"/>
                <a:gd name="T54" fmla="*/ 56 w 90"/>
                <a:gd name="T55" fmla="*/ 119 h 308"/>
                <a:gd name="T56" fmla="*/ 45 w 90"/>
                <a:gd name="T57" fmla="*/ 274 h 308"/>
                <a:gd name="T58" fmla="*/ 31 w 90"/>
                <a:gd name="T59" fmla="*/ 300 h 308"/>
                <a:gd name="T60" fmla="*/ 48 w 90"/>
                <a:gd name="T61" fmla="*/ 269 h 308"/>
                <a:gd name="T62" fmla="*/ 65 w 90"/>
                <a:gd name="T63" fmla="*/ 269 h 308"/>
                <a:gd name="T64" fmla="*/ 48 w 90"/>
                <a:gd name="T65" fmla="*/ 209 h 308"/>
                <a:gd name="T66" fmla="*/ 48 w 90"/>
                <a:gd name="T67" fmla="*/ 209 h 308"/>
                <a:gd name="T68" fmla="*/ 50 w 90"/>
                <a:gd name="T69" fmla="*/ 144 h 308"/>
                <a:gd name="T70" fmla="*/ 47 w 90"/>
                <a:gd name="T71" fmla="*/ 149 h 308"/>
                <a:gd name="T72" fmla="*/ 56 w 90"/>
                <a:gd name="T73" fmla="*/ 66 h 308"/>
                <a:gd name="T74" fmla="*/ 34 w 90"/>
                <a:gd name="T75" fmla="*/ 66 h 308"/>
                <a:gd name="T76" fmla="*/ 43 w 90"/>
                <a:gd name="T77" fmla="*/ 89 h 308"/>
                <a:gd name="T78" fmla="*/ 33 w 90"/>
                <a:gd name="T79" fmla="*/ 126 h 308"/>
                <a:gd name="T80" fmla="*/ 43 w 90"/>
                <a:gd name="T81" fmla="*/ 149 h 308"/>
                <a:gd name="T82" fmla="*/ 32 w 90"/>
                <a:gd name="T83" fmla="*/ 185 h 308"/>
                <a:gd name="T84" fmla="*/ 27 w 90"/>
                <a:gd name="T85" fmla="*/ 209 h 308"/>
                <a:gd name="T86" fmla="*/ 31 w 90"/>
                <a:gd name="T87" fmla="*/ 245 h 308"/>
                <a:gd name="T88" fmla="*/ 31 w 90"/>
                <a:gd name="T89" fmla="*/ 245 h 3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0" h="308">
                  <a:moveTo>
                    <a:pt x="90" y="305"/>
                  </a:moveTo>
                  <a:cubicBezTo>
                    <a:pt x="83" y="305"/>
                    <a:pt x="83" y="305"/>
                    <a:pt x="83" y="305"/>
                  </a:cubicBezTo>
                  <a:cubicBezTo>
                    <a:pt x="83" y="303"/>
                    <a:pt x="83" y="303"/>
                    <a:pt x="83" y="303"/>
                  </a:cubicBezTo>
                  <a:cubicBezTo>
                    <a:pt x="77" y="303"/>
                    <a:pt x="77" y="303"/>
                    <a:pt x="77" y="303"/>
                  </a:cubicBezTo>
                  <a:cubicBezTo>
                    <a:pt x="77" y="300"/>
                    <a:pt x="77" y="300"/>
                    <a:pt x="77" y="300"/>
                  </a:cubicBezTo>
                  <a:cubicBezTo>
                    <a:pt x="63" y="300"/>
                    <a:pt x="63" y="300"/>
                    <a:pt x="63" y="300"/>
                  </a:cubicBezTo>
                  <a:cubicBezTo>
                    <a:pt x="68" y="271"/>
                    <a:pt x="68" y="271"/>
                    <a:pt x="68" y="271"/>
                  </a:cubicBezTo>
                  <a:cubicBezTo>
                    <a:pt x="68" y="271"/>
                    <a:pt x="68" y="271"/>
                    <a:pt x="68" y="270"/>
                  </a:cubicBezTo>
                  <a:cubicBezTo>
                    <a:pt x="68" y="270"/>
                    <a:pt x="68" y="270"/>
                    <a:pt x="68" y="270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1"/>
                    <a:pt x="62" y="241"/>
                    <a:pt x="62" y="241"/>
                  </a:cubicBezTo>
                  <a:cubicBezTo>
                    <a:pt x="62" y="240"/>
                    <a:pt x="62" y="240"/>
                    <a:pt x="62" y="240"/>
                  </a:cubicBezTo>
                  <a:cubicBezTo>
                    <a:pt x="65" y="221"/>
                    <a:pt x="65" y="221"/>
                    <a:pt x="65" y="221"/>
                  </a:cubicBezTo>
                  <a:cubicBezTo>
                    <a:pt x="69" y="221"/>
                    <a:pt x="69" y="221"/>
                    <a:pt x="69" y="221"/>
                  </a:cubicBezTo>
                  <a:cubicBezTo>
                    <a:pt x="64" y="196"/>
                    <a:pt x="64" y="196"/>
                    <a:pt x="64" y="196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1"/>
                  </a:cubicBezTo>
                  <a:cubicBezTo>
                    <a:pt x="61" y="181"/>
                    <a:pt x="61" y="181"/>
                    <a:pt x="61" y="180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1"/>
                    <a:pt x="65" y="151"/>
                  </a:cubicBezTo>
                  <a:cubicBezTo>
                    <a:pt x="65" y="151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5" y="150"/>
                    <a:pt x="65" y="150"/>
                    <a:pt x="65" y="150"/>
                  </a:cubicBezTo>
                  <a:cubicBezTo>
                    <a:pt x="60" y="120"/>
                    <a:pt x="60" y="120"/>
                    <a:pt x="60" y="120"/>
                  </a:cubicBezTo>
                  <a:cubicBezTo>
                    <a:pt x="59" y="120"/>
                    <a:pt x="59" y="120"/>
                    <a:pt x="59" y="120"/>
                  </a:cubicBezTo>
                  <a:cubicBezTo>
                    <a:pt x="63" y="91"/>
                    <a:pt x="63" y="91"/>
                    <a:pt x="63" y="91"/>
                  </a:cubicBezTo>
                  <a:cubicBezTo>
                    <a:pt x="64" y="91"/>
                    <a:pt x="64" y="91"/>
                    <a:pt x="64" y="91"/>
                  </a:cubicBezTo>
                  <a:cubicBezTo>
                    <a:pt x="64" y="91"/>
                    <a:pt x="64" y="90"/>
                    <a:pt x="63" y="90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58" y="61"/>
                    <a:pt x="58" y="61"/>
                    <a:pt x="58" y="61"/>
                  </a:cubicBezTo>
                  <a:cubicBezTo>
                    <a:pt x="62" y="31"/>
                    <a:pt x="62" y="31"/>
                    <a:pt x="62" y="31"/>
                  </a:cubicBezTo>
                  <a:cubicBezTo>
                    <a:pt x="62" y="30"/>
                    <a:pt x="62" y="30"/>
                    <a:pt x="62" y="30"/>
                  </a:cubicBezTo>
                  <a:cubicBezTo>
                    <a:pt x="48" y="30"/>
                    <a:pt x="48" y="30"/>
                    <a:pt x="48" y="3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2" y="30"/>
                    <a:pt x="42" y="30"/>
                    <a:pt x="42" y="30"/>
                  </a:cubicBezTo>
                  <a:cubicBezTo>
                    <a:pt x="28" y="30"/>
                    <a:pt x="28" y="30"/>
                    <a:pt x="28" y="30"/>
                  </a:cubicBezTo>
                  <a:cubicBezTo>
                    <a:pt x="32" y="61"/>
                    <a:pt x="32" y="61"/>
                    <a:pt x="32" y="6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27" y="91"/>
                    <a:pt x="27" y="91"/>
                    <a:pt x="27" y="91"/>
                  </a:cubicBezTo>
                  <a:cubicBezTo>
                    <a:pt x="31" y="121"/>
                    <a:pt x="31" y="121"/>
                    <a:pt x="31" y="121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0"/>
                    <a:pt x="25" y="150"/>
                    <a:pt x="25" y="150"/>
                  </a:cubicBezTo>
                  <a:cubicBezTo>
                    <a:pt x="25" y="151"/>
                    <a:pt x="25" y="151"/>
                    <a:pt x="25" y="151"/>
                  </a:cubicBezTo>
                  <a:cubicBezTo>
                    <a:pt x="30" y="181"/>
                    <a:pt x="30" y="181"/>
                    <a:pt x="30" y="181"/>
                  </a:cubicBezTo>
                  <a:cubicBezTo>
                    <a:pt x="27" y="196"/>
                    <a:pt x="27" y="196"/>
                    <a:pt x="27" y="196"/>
                  </a:cubicBezTo>
                  <a:cubicBezTo>
                    <a:pt x="22" y="221"/>
                    <a:pt x="22" y="221"/>
                    <a:pt x="22" y="221"/>
                  </a:cubicBezTo>
                  <a:cubicBezTo>
                    <a:pt x="25" y="221"/>
                    <a:pt x="25" y="221"/>
                    <a:pt x="25" y="221"/>
                  </a:cubicBezTo>
                  <a:cubicBezTo>
                    <a:pt x="29" y="240"/>
                    <a:pt x="29" y="240"/>
                    <a:pt x="29" y="240"/>
                  </a:cubicBezTo>
                  <a:cubicBezTo>
                    <a:pt x="29" y="241"/>
                    <a:pt x="29" y="241"/>
                    <a:pt x="29" y="241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0"/>
                    <a:pt x="22" y="270"/>
                  </a:cubicBezTo>
                  <a:cubicBezTo>
                    <a:pt x="22" y="270"/>
                    <a:pt x="22" y="271"/>
                    <a:pt x="22" y="271"/>
                  </a:cubicBezTo>
                  <a:cubicBezTo>
                    <a:pt x="27" y="300"/>
                    <a:pt x="27" y="300"/>
                    <a:pt x="27" y="300"/>
                  </a:cubicBezTo>
                  <a:cubicBezTo>
                    <a:pt x="13" y="300"/>
                    <a:pt x="13" y="300"/>
                    <a:pt x="13" y="300"/>
                  </a:cubicBezTo>
                  <a:cubicBezTo>
                    <a:pt x="13" y="303"/>
                    <a:pt x="13" y="303"/>
                    <a:pt x="13" y="303"/>
                  </a:cubicBezTo>
                  <a:cubicBezTo>
                    <a:pt x="7" y="303"/>
                    <a:pt x="7" y="303"/>
                    <a:pt x="7" y="303"/>
                  </a:cubicBezTo>
                  <a:cubicBezTo>
                    <a:pt x="7" y="305"/>
                    <a:pt x="7" y="305"/>
                    <a:pt x="7" y="305"/>
                  </a:cubicBezTo>
                  <a:cubicBezTo>
                    <a:pt x="0" y="305"/>
                    <a:pt x="0" y="305"/>
                    <a:pt x="0" y="305"/>
                  </a:cubicBezTo>
                  <a:cubicBezTo>
                    <a:pt x="0" y="308"/>
                    <a:pt x="0" y="308"/>
                    <a:pt x="0" y="308"/>
                  </a:cubicBezTo>
                  <a:cubicBezTo>
                    <a:pt x="90" y="308"/>
                    <a:pt x="90" y="308"/>
                    <a:pt x="90" y="308"/>
                  </a:cubicBezTo>
                  <a:lnTo>
                    <a:pt x="90" y="305"/>
                  </a:lnTo>
                  <a:close/>
                  <a:moveTo>
                    <a:pt x="45" y="214"/>
                  </a:moveTo>
                  <a:cubicBezTo>
                    <a:pt x="45" y="214"/>
                    <a:pt x="45" y="214"/>
                    <a:pt x="45" y="214"/>
                  </a:cubicBezTo>
                  <a:cubicBezTo>
                    <a:pt x="58" y="239"/>
                    <a:pt x="58" y="239"/>
                    <a:pt x="58" y="239"/>
                  </a:cubicBezTo>
                  <a:cubicBezTo>
                    <a:pt x="32" y="239"/>
                    <a:pt x="32" y="239"/>
                    <a:pt x="32" y="239"/>
                  </a:cubicBezTo>
                  <a:lnTo>
                    <a:pt x="45" y="214"/>
                  </a:lnTo>
                  <a:close/>
                  <a:moveTo>
                    <a:pt x="45" y="154"/>
                  </a:moveTo>
                  <a:cubicBezTo>
                    <a:pt x="45" y="154"/>
                    <a:pt x="45" y="154"/>
                    <a:pt x="45" y="154"/>
                  </a:cubicBezTo>
                  <a:cubicBezTo>
                    <a:pt x="57" y="179"/>
                    <a:pt x="57" y="179"/>
                    <a:pt x="57" y="179"/>
                  </a:cubicBezTo>
                  <a:cubicBezTo>
                    <a:pt x="34" y="179"/>
                    <a:pt x="34" y="179"/>
                    <a:pt x="34" y="179"/>
                  </a:cubicBezTo>
                  <a:lnTo>
                    <a:pt x="45" y="154"/>
                  </a:lnTo>
                  <a:close/>
                  <a:moveTo>
                    <a:pt x="55" y="59"/>
                  </a:moveTo>
                  <a:cubicBezTo>
                    <a:pt x="55" y="59"/>
                    <a:pt x="55" y="59"/>
                    <a:pt x="55" y="59"/>
                  </a:cubicBezTo>
                  <a:cubicBezTo>
                    <a:pt x="36" y="59"/>
                    <a:pt x="36" y="59"/>
                    <a:pt x="36" y="59"/>
                  </a:cubicBezTo>
                  <a:cubicBezTo>
                    <a:pt x="45" y="35"/>
                    <a:pt x="45" y="35"/>
                    <a:pt x="45" y="35"/>
                  </a:cubicBezTo>
                  <a:lnTo>
                    <a:pt x="55" y="59"/>
                  </a:lnTo>
                  <a:close/>
                  <a:moveTo>
                    <a:pt x="45" y="95"/>
                  </a:moveTo>
                  <a:cubicBezTo>
                    <a:pt x="45" y="95"/>
                    <a:pt x="45" y="95"/>
                    <a:pt x="45" y="95"/>
                  </a:cubicBezTo>
                  <a:cubicBezTo>
                    <a:pt x="56" y="119"/>
                    <a:pt x="56" y="119"/>
                    <a:pt x="56" y="119"/>
                  </a:cubicBezTo>
                  <a:cubicBezTo>
                    <a:pt x="35" y="119"/>
                    <a:pt x="35" y="119"/>
                    <a:pt x="35" y="119"/>
                  </a:cubicBezTo>
                  <a:lnTo>
                    <a:pt x="45" y="95"/>
                  </a:lnTo>
                  <a:close/>
                  <a:moveTo>
                    <a:pt x="45" y="274"/>
                  </a:moveTo>
                  <a:cubicBezTo>
                    <a:pt x="45" y="274"/>
                    <a:pt x="45" y="274"/>
                    <a:pt x="45" y="274"/>
                  </a:cubicBezTo>
                  <a:cubicBezTo>
                    <a:pt x="60" y="300"/>
                    <a:pt x="60" y="300"/>
                    <a:pt x="60" y="300"/>
                  </a:cubicBezTo>
                  <a:cubicBezTo>
                    <a:pt x="31" y="300"/>
                    <a:pt x="31" y="300"/>
                    <a:pt x="31" y="300"/>
                  </a:cubicBezTo>
                  <a:lnTo>
                    <a:pt x="45" y="274"/>
                  </a:lnTo>
                  <a:close/>
                  <a:moveTo>
                    <a:pt x="48" y="269"/>
                  </a:moveTo>
                  <a:cubicBezTo>
                    <a:pt x="48" y="269"/>
                    <a:pt x="48" y="269"/>
                    <a:pt x="48" y="269"/>
                  </a:cubicBezTo>
                  <a:cubicBezTo>
                    <a:pt x="52" y="261"/>
                    <a:pt x="52" y="261"/>
                    <a:pt x="52" y="261"/>
                  </a:cubicBezTo>
                  <a:cubicBezTo>
                    <a:pt x="60" y="245"/>
                    <a:pt x="60" y="245"/>
                    <a:pt x="60" y="245"/>
                  </a:cubicBezTo>
                  <a:cubicBezTo>
                    <a:pt x="65" y="269"/>
                    <a:pt x="65" y="269"/>
                    <a:pt x="65" y="269"/>
                  </a:cubicBezTo>
                  <a:lnTo>
                    <a:pt x="48" y="269"/>
                  </a:lnTo>
                  <a:close/>
                  <a:moveTo>
                    <a:pt x="48" y="209"/>
                  </a:moveTo>
                  <a:cubicBezTo>
                    <a:pt x="48" y="209"/>
                    <a:pt x="48" y="209"/>
                    <a:pt x="48" y="209"/>
                  </a:cubicBezTo>
                  <a:cubicBezTo>
                    <a:pt x="59" y="185"/>
                    <a:pt x="59" y="185"/>
                    <a:pt x="59" y="185"/>
                  </a:cubicBezTo>
                  <a:cubicBezTo>
                    <a:pt x="64" y="209"/>
                    <a:pt x="64" y="209"/>
                    <a:pt x="64" y="209"/>
                  </a:cubicBezTo>
                  <a:lnTo>
                    <a:pt x="48" y="209"/>
                  </a:lnTo>
                  <a:close/>
                  <a:moveTo>
                    <a:pt x="47" y="149"/>
                  </a:moveTo>
                  <a:cubicBezTo>
                    <a:pt x="47" y="149"/>
                    <a:pt x="47" y="149"/>
                    <a:pt x="47" y="149"/>
                  </a:cubicBezTo>
                  <a:cubicBezTo>
                    <a:pt x="50" y="144"/>
                    <a:pt x="50" y="144"/>
                    <a:pt x="50" y="144"/>
                  </a:cubicBezTo>
                  <a:cubicBezTo>
                    <a:pt x="57" y="126"/>
                    <a:pt x="57" y="126"/>
                    <a:pt x="57" y="126"/>
                  </a:cubicBezTo>
                  <a:cubicBezTo>
                    <a:pt x="62" y="149"/>
                    <a:pt x="62" y="149"/>
                    <a:pt x="62" y="149"/>
                  </a:cubicBezTo>
                  <a:lnTo>
                    <a:pt x="47" y="149"/>
                  </a:lnTo>
                  <a:close/>
                  <a:moveTo>
                    <a:pt x="47" y="89"/>
                  </a:moveTo>
                  <a:cubicBezTo>
                    <a:pt x="47" y="89"/>
                    <a:pt x="47" y="89"/>
                    <a:pt x="47" y="89"/>
                  </a:cubicBezTo>
                  <a:cubicBezTo>
                    <a:pt x="56" y="66"/>
                    <a:pt x="56" y="66"/>
                    <a:pt x="56" y="66"/>
                  </a:cubicBezTo>
                  <a:cubicBezTo>
                    <a:pt x="60" y="89"/>
                    <a:pt x="60" y="89"/>
                    <a:pt x="60" y="89"/>
                  </a:cubicBezTo>
                  <a:lnTo>
                    <a:pt x="47" y="89"/>
                  </a:lnTo>
                  <a:close/>
                  <a:moveTo>
                    <a:pt x="34" y="66"/>
                  </a:moveTo>
                  <a:cubicBezTo>
                    <a:pt x="34" y="66"/>
                    <a:pt x="34" y="66"/>
                    <a:pt x="34" y="66"/>
                  </a:cubicBezTo>
                  <a:cubicBezTo>
                    <a:pt x="40" y="82"/>
                    <a:pt x="40" y="82"/>
                    <a:pt x="40" y="82"/>
                  </a:cubicBezTo>
                  <a:cubicBezTo>
                    <a:pt x="43" y="89"/>
                    <a:pt x="43" y="89"/>
                    <a:pt x="43" y="89"/>
                  </a:cubicBezTo>
                  <a:cubicBezTo>
                    <a:pt x="30" y="89"/>
                    <a:pt x="30" y="89"/>
                    <a:pt x="30" y="89"/>
                  </a:cubicBezTo>
                  <a:lnTo>
                    <a:pt x="34" y="66"/>
                  </a:lnTo>
                  <a:close/>
                  <a:moveTo>
                    <a:pt x="33" y="126"/>
                  </a:moveTo>
                  <a:cubicBezTo>
                    <a:pt x="33" y="126"/>
                    <a:pt x="33" y="126"/>
                    <a:pt x="33" y="126"/>
                  </a:cubicBezTo>
                  <a:cubicBezTo>
                    <a:pt x="36" y="133"/>
                    <a:pt x="36" y="133"/>
                    <a:pt x="36" y="133"/>
                  </a:cubicBezTo>
                  <a:cubicBezTo>
                    <a:pt x="43" y="149"/>
                    <a:pt x="43" y="149"/>
                    <a:pt x="43" y="149"/>
                  </a:cubicBezTo>
                  <a:cubicBezTo>
                    <a:pt x="28" y="149"/>
                    <a:pt x="28" y="149"/>
                    <a:pt x="28" y="149"/>
                  </a:cubicBezTo>
                  <a:lnTo>
                    <a:pt x="33" y="126"/>
                  </a:lnTo>
                  <a:close/>
                  <a:moveTo>
                    <a:pt x="32" y="185"/>
                  </a:moveTo>
                  <a:cubicBezTo>
                    <a:pt x="32" y="185"/>
                    <a:pt x="32" y="185"/>
                    <a:pt x="32" y="185"/>
                  </a:cubicBezTo>
                  <a:cubicBezTo>
                    <a:pt x="43" y="209"/>
                    <a:pt x="43" y="209"/>
                    <a:pt x="43" y="209"/>
                  </a:cubicBezTo>
                  <a:cubicBezTo>
                    <a:pt x="27" y="209"/>
                    <a:pt x="27" y="209"/>
                    <a:pt x="27" y="209"/>
                  </a:cubicBezTo>
                  <a:lnTo>
                    <a:pt x="32" y="185"/>
                  </a:lnTo>
                  <a:close/>
                  <a:moveTo>
                    <a:pt x="31" y="245"/>
                  </a:moveTo>
                  <a:cubicBezTo>
                    <a:pt x="31" y="245"/>
                    <a:pt x="31" y="245"/>
                    <a:pt x="31" y="245"/>
                  </a:cubicBezTo>
                  <a:cubicBezTo>
                    <a:pt x="43" y="269"/>
                    <a:pt x="43" y="269"/>
                    <a:pt x="43" y="269"/>
                  </a:cubicBezTo>
                  <a:cubicBezTo>
                    <a:pt x="25" y="269"/>
                    <a:pt x="25" y="269"/>
                    <a:pt x="25" y="269"/>
                  </a:cubicBezTo>
                  <a:lnTo>
                    <a:pt x="31" y="24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Freeform 6"/>
            <p:cNvSpPr>
              <a:spLocks noEditPoints="1"/>
            </p:cNvSpPr>
            <p:nvPr/>
          </p:nvSpPr>
          <p:spPr bwMode="auto">
            <a:xfrm>
              <a:off x="220" y="4133"/>
              <a:ext cx="394" cy="169"/>
            </a:xfrm>
            <a:custGeom>
              <a:avLst/>
              <a:gdLst>
                <a:gd name="T0" fmla="*/ 143 w 152"/>
                <a:gd name="T1" fmla="*/ 48 h 63"/>
                <a:gd name="T2" fmla="*/ 145 w 152"/>
                <a:gd name="T3" fmla="*/ 33 h 63"/>
                <a:gd name="T4" fmla="*/ 146 w 152"/>
                <a:gd name="T5" fmla="*/ 20 h 63"/>
                <a:gd name="T6" fmla="*/ 125 w 152"/>
                <a:gd name="T7" fmla="*/ 11 h 63"/>
                <a:gd name="T8" fmla="*/ 9 w 152"/>
                <a:gd name="T9" fmla="*/ 12 h 63"/>
                <a:gd name="T10" fmla="*/ 11 w 152"/>
                <a:gd name="T11" fmla="*/ 38 h 63"/>
                <a:gd name="T12" fmla="*/ 14 w 152"/>
                <a:gd name="T13" fmla="*/ 50 h 63"/>
                <a:gd name="T14" fmla="*/ 152 w 152"/>
                <a:gd name="T15" fmla="*/ 60 h 63"/>
                <a:gd name="T16" fmla="*/ 112 w 152"/>
                <a:gd name="T17" fmla="*/ 52 h 63"/>
                <a:gd name="T18" fmla="*/ 142 w 152"/>
                <a:gd name="T19" fmla="*/ 48 h 63"/>
                <a:gd name="T20" fmla="*/ 141 w 152"/>
                <a:gd name="T21" fmla="*/ 45 h 63"/>
                <a:gd name="T22" fmla="*/ 116 w 152"/>
                <a:gd name="T23" fmla="*/ 43 h 63"/>
                <a:gd name="T24" fmla="*/ 128 w 152"/>
                <a:gd name="T25" fmla="*/ 41 h 63"/>
                <a:gd name="T26" fmla="*/ 143 w 152"/>
                <a:gd name="T27" fmla="*/ 38 h 63"/>
                <a:gd name="T28" fmla="*/ 144 w 152"/>
                <a:gd name="T29" fmla="*/ 35 h 63"/>
                <a:gd name="T30" fmla="*/ 144 w 152"/>
                <a:gd name="T31" fmla="*/ 35 h 63"/>
                <a:gd name="T32" fmla="*/ 32 w 152"/>
                <a:gd name="T33" fmla="*/ 9 h 63"/>
                <a:gd name="T34" fmla="*/ 145 w 152"/>
                <a:gd name="T35" fmla="*/ 23 h 63"/>
                <a:gd name="T36" fmla="*/ 96 w 152"/>
                <a:gd name="T37" fmla="*/ 22 h 63"/>
                <a:gd name="T38" fmla="*/ 97 w 152"/>
                <a:gd name="T39" fmla="*/ 21 h 63"/>
                <a:gd name="T40" fmla="*/ 95 w 152"/>
                <a:gd name="T41" fmla="*/ 19 h 63"/>
                <a:gd name="T42" fmla="*/ 105 w 152"/>
                <a:gd name="T43" fmla="*/ 18 h 63"/>
                <a:gd name="T44" fmla="*/ 146 w 152"/>
                <a:gd name="T45" fmla="*/ 17 h 63"/>
                <a:gd name="T46" fmla="*/ 146 w 152"/>
                <a:gd name="T47" fmla="*/ 17 h 63"/>
                <a:gd name="T48" fmla="*/ 126 w 152"/>
                <a:gd name="T49" fmla="*/ 12 h 63"/>
                <a:gd name="T50" fmla="*/ 91 w 152"/>
                <a:gd name="T51" fmla="*/ 18 h 63"/>
                <a:gd name="T52" fmla="*/ 10 w 152"/>
                <a:gd name="T53" fmla="*/ 12 h 63"/>
                <a:gd name="T54" fmla="*/ 10 w 152"/>
                <a:gd name="T55" fmla="*/ 12 h 63"/>
                <a:gd name="T56" fmla="*/ 127 w 152"/>
                <a:gd name="T57" fmla="*/ 27 h 63"/>
                <a:gd name="T58" fmla="*/ 110 w 152"/>
                <a:gd name="T59" fmla="*/ 28 h 63"/>
                <a:gd name="T60" fmla="*/ 10 w 152"/>
                <a:gd name="T61" fmla="*/ 18 h 63"/>
                <a:gd name="T62" fmla="*/ 10 w 152"/>
                <a:gd name="T63" fmla="*/ 18 h 63"/>
                <a:gd name="T64" fmla="*/ 19 w 152"/>
                <a:gd name="T65" fmla="*/ 25 h 63"/>
                <a:gd name="T66" fmla="*/ 23 w 152"/>
                <a:gd name="T67" fmla="*/ 32 h 63"/>
                <a:gd name="T68" fmla="*/ 35 w 152"/>
                <a:gd name="T69" fmla="*/ 59 h 63"/>
                <a:gd name="T70" fmla="*/ 85 w 152"/>
                <a:gd name="T71" fmla="*/ 53 h 63"/>
                <a:gd name="T72" fmla="*/ 35 w 152"/>
                <a:gd name="T73" fmla="*/ 45 h 63"/>
                <a:gd name="T74" fmla="*/ 23 w 152"/>
                <a:gd name="T75" fmla="*/ 44 h 63"/>
                <a:gd name="T76" fmla="*/ 12 w 152"/>
                <a:gd name="T77" fmla="*/ 42 h 63"/>
                <a:gd name="T78" fmla="*/ 85 w 152"/>
                <a:gd name="T79" fmla="*/ 45 h 63"/>
                <a:gd name="T80" fmla="*/ 85 w 152"/>
                <a:gd name="T81" fmla="*/ 43 h 63"/>
                <a:gd name="T82" fmla="*/ 12 w 152"/>
                <a:gd name="T83" fmla="*/ 39 h 63"/>
                <a:gd name="T84" fmla="*/ 85 w 152"/>
                <a:gd name="T85" fmla="*/ 40 h 63"/>
                <a:gd name="T86" fmla="*/ 85 w 152"/>
                <a:gd name="T87" fmla="*/ 37 h 63"/>
                <a:gd name="T88" fmla="*/ 11 w 152"/>
                <a:gd name="T89" fmla="*/ 31 h 63"/>
                <a:gd name="T90" fmla="*/ 85 w 152"/>
                <a:gd name="T91" fmla="*/ 34 h 63"/>
                <a:gd name="T92" fmla="*/ 85 w 152"/>
                <a:gd name="T93" fmla="*/ 34 h 63"/>
                <a:gd name="T94" fmla="*/ 18 w 152"/>
                <a:gd name="T95" fmla="*/ 20 h 63"/>
                <a:gd name="T96" fmla="*/ 87 w 152"/>
                <a:gd name="T97" fmla="*/ 53 h 63"/>
                <a:gd name="T98" fmla="*/ 110 w 152"/>
                <a:gd name="T99" fmla="*/ 54 h 63"/>
                <a:gd name="T100" fmla="*/ 87 w 152"/>
                <a:gd name="T101" fmla="*/ 49 h 63"/>
                <a:gd name="T102" fmla="*/ 110 w 152"/>
                <a:gd name="T103" fmla="*/ 49 h 63"/>
                <a:gd name="T104" fmla="*/ 110 w 152"/>
                <a:gd name="T105" fmla="*/ 59 h 63"/>
                <a:gd name="T106" fmla="*/ 110 w 152"/>
                <a:gd name="T107" fmla="*/ 44 h 63"/>
                <a:gd name="T108" fmla="*/ 110 w 152"/>
                <a:gd name="T109" fmla="*/ 37 h 63"/>
                <a:gd name="T110" fmla="*/ 144 w 152"/>
                <a:gd name="T111" fmla="*/ 33 h 63"/>
                <a:gd name="T112" fmla="*/ 112 w 152"/>
                <a:gd name="T113" fmla="*/ 59 h 63"/>
                <a:gd name="T114" fmla="*/ 141 w 152"/>
                <a:gd name="T115" fmla="*/ 54 h 63"/>
                <a:gd name="T116" fmla="*/ 146 w 152"/>
                <a:gd name="T117" fmla="*/ 15 h 63"/>
                <a:gd name="T118" fmla="*/ 10 w 152"/>
                <a:gd name="T119" fmla="*/ 12 h 63"/>
                <a:gd name="T120" fmla="*/ 10 w 152"/>
                <a:gd name="T121" fmla="*/ 18 h 63"/>
                <a:gd name="T122" fmla="*/ 13 w 152"/>
                <a:gd name="T123" fmla="*/ 15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2" h="63">
                  <a:moveTo>
                    <a:pt x="142" y="59"/>
                  </a:moveTo>
                  <a:cubicBezTo>
                    <a:pt x="142" y="59"/>
                    <a:pt x="142" y="59"/>
                    <a:pt x="142" y="59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54"/>
                    <a:pt x="142" y="54"/>
                    <a:pt x="142" y="54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3" y="48"/>
                    <a:pt x="143" y="48"/>
                    <a:pt x="143" y="48"/>
                  </a:cubicBezTo>
                  <a:cubicBezTo>
                    <a:pt x="143" y="44"/>
                    <a:pt x="143" y="44"/>
                    <a:pt x="143" y="44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8"/>
                    <a:pt x="144" y="38"/>
                    <a:pt x="144" y="38"/>
                  </a:cubicBezTo>
                  <a:cubicBezTo>
                    <a:pt x="144" y="34"/>
                    <a:pt x="144" y="34"/>
                    <a:pt x="144" y="34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33"/>
                    <a:pt x="145" y="33"/>
                    <a:pt x="145" y="33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6" y="23"/>
                    <a:pt x="146" y="23"/>
                    <a:pt x="146" y="23"/>
                  </a:cubicBezTo>
                  <a:cubicBezTo>
                    <a:pt x="146" y="23"/>
                    <a:pt x="146" y="23"/>
                    <a:pt x="146" y="22"/>
                  </a:cubicBezTo>
                  <a:cubicBezTo>
                    <a:pt x="146" y="22"/>
                    <a:pt x="146" y="21"/>
                    <a:pt x="146" y="20"/>
                  </a:cubicBezTo>
                  <a:cubicBezTo>
                    <a:pt x="146" y="20"/>
                    <a:pt x="146" y="20"/>
                    <a:pt x="146" y="20"/>
                  </a:cubicBezTo>
                  <a:cubicBezTo>
                    <a:pt x="146" y="19"/>
                    <a:pt x="146" y="18"/>
                    <a:pt x="146" y="18"/>
                  </a:cubicBezTo>
                  <a:cubicBezTo>
                    <a:pt x="146" y="18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6" y="12"/>
                    <a:pt x="146" y="12"/>
                    <a:pt x="146" y="12"/>
                  </a:cubicBezTo>
                  <a:cubicBezTo>
                    <a:pt x="146" y="12"/>
                    <a:pt x="147" y="10"/>
                    <a:pt x="146" y="10"/>
                  </a:cubicBezTo>
                  <a:cubicBezTo>
                    <a:pt x="145" y="9"/>
                    <a:pt x="138" y="10"/>
                    <a:pt x="127" y="11"/>
                  </a:cubicBezTo>
                  <a:cubicBezTo>
                    <a:pt x="125" y="11"/>
                    <a:pt x="125" y="11"/>
                    <a:pt x="125" y="11"/>
                  </a:cubicBezTo>
                  <a:cubicBezTo>
                    <a:pt x="120" y="12"/>
                    <a:pt x="107" y="13"/>
                    <a:pt x="98" y="13"/>
                  </a:cubicBezTo>
                  <a:cubicBezTo>
                    <a:pt x="91" y="13"/>
                    <a:pt x="79" y="10"/>
                    <a:pt x="71" y="8"/>
                  </a:cubicBezTo>
                  <a:cubicBezTo>
                    <a:pt x="68" y="7"/>
                    <a:pt x="66" y="7"/>
                    <a:pt x="65" y="7"/>
                  </a:cubicBezTo>
                  <a:cubicBezTo>
                    <a:pt x="63" y="6"/>
                    <a:pt x="63" y="6"/>
                    <a:pt x="63" y="6"/>
                  </a:cubicBezTo>
                  <a:cubicBezTo>
                    <a:pt x="54" y="4"/>
                    <a:pt x="36" y="0"/>
                    <a:pt x="32" y="0"/>
                  </a:cubicBezTo>
                  <a:cubicBezTo>
                    <a:pt x="29" y="0"/>
                    <a:pt x="20" y="5"/>
                    <a:pt x="15" y="8"/>
                  </a:cubicBezTo>
                  <a:cubicBezTo>
                    <a:pt x="13" y="9"/>
                    <a:pt x="12" y="9"/>
                    <a:pt x="12" y="10"/>
                  </a:cubicBezTo>
                  <a:cubicBezTo>
                    <a:pt x="10" y="11"/>
                    <a:pt x="9" y="11"/>
                    <a:pt x="9" y="12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9" y="23"/>
                    <a:pt x="9" y="23"/>
                    <a:pt x="9" y="23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7"/>
                    <a:pt x="11" y="47"/>
                    <a:pt x="11" y="47"/>
                  </a:cubicBezTo>
                  <a:cubicBezTo>
                    <a:pt x="11" y="47"/>
                    <a:pt x="11" y="48"/>
                    <a:pt x="12" y="48"/>
                  </a:cubicBezTo>
                  <a:cubicBezTo>
                    <a:pt x="12" y="48"/>
                    <a:pt x="12" y="48"/>
                    <a:pt x="12" y="48"/>
                  </a:cubicBezTo>
                  <a:cubicBezTo>
                    <a:pt x="12" y="48"/>
                    <a:pt x="12" y="48"/>
                    <a:pt x="12" y="47"/>
                  </a:cubicBezTo>
                  <a:cubicBezTo>
                    <a:pt x="14" y="47"/>
                    <a:pt x="28" y="45"/>
                    <a:pt x="34" y="45"/>
                  </a:cubicBezTo>
                  <a:cubicBezTo>
                    <a:pt x="34" y="48"/>
                    <a:pt x="34" y="48"/>
                    <a:pt x="34" y="48"/>
                  </a:cubicBezTo>
                  <a:cubicBezTo>
                    <a:pt x="30" y="48"/>
                    <a:pt x="16" y="50"/>
                    <a:pt x="14" y="50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14" y="47"/>
                    <a:pt x="14" y="47"/>
                    <a:pt x="13" y="47"/>
                  </a:cubicBezTo>
                  <a:cubicBezTo>
                    <a:pt x="13" y="47"/>
                    <a:pt x="13" y="47"/>
                    <a:pt x="13" y="47"/>
                  </a:cubicBezTo>
                  <a:cubicBezTo>
                    <a:pt x="13" y="59"/>
                    <a:pt x="13" y="59"/>
                    <a:pt x="13" y="59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52" y="63"/>
                    <a:pt x="52" y="63"/>
                    <a:pt x="52" y="63"/>
                  </a:cubicBezTo>
                  <a:cubicBezTo>
                    <a:pt x="152" y="60"/>
                    <a:pt x="152" y="60"/>
                    <a:pt x="152" y="60"/>
                  </a:cubicBezTo>
                  <a:lnTo>
                    <a:pt x="142" y="59"/>
                  </a:lnTo>
                  <a:close/>
                  <a:moveTo>
                    <a:pt x="112" y="52"/>
                  </a:moveTo>
                  <a:cubicBezTo>
                    <a:pt x="112" y="52"/>
                    <a:pt x="112" y="52"/>
                    <a:pt x="112" y="52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20" y="50"/>
                    <a:pt x="135" y="50"/>
                    <a:pt x="137" y="50"/>
                  </a:cubicBezTo>
                  <a:cubicBezTo>
                    <a:pt x="139" y="50"/>
                    <a:pt x="141" y="50"/>
                    <a:pt x="142" y="50"/>
                  </a:cubicBezTo>
                  <a:cubicBezTo>
                    <a:pt x="142" y="51"/>
                    <a:pt x="142" y="51"/>
                    <a:pt x="142" y="51"/>
                  </a:cubicBezTo>
                  <a:cubicBezTo>
                    <a:pt x="137" y="51"/>
                    <a:pt x="123" y="52"/>
                    <a:pt x="112" y="52"/>
                  </a:cubicBezTo>
                  <a:close/>
                  <a:moveTo>
                    <a:pt x="142" y="49"/>
                  </a:move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37" y="49"/>
                    <a:pt x="132" y="49"/>
                  </a:cubicBezTo>
                  <a:cubicBezTo>
                    <a:pt x="127" y="49"/>
                    <a:pt x="120" y="49"/>
                    <a:pt x="112" y="49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23" y="48"/>
                    <a:pt x="139" y="48"/>
                    <a:pt x="142" y="48"/>
                  </a:cubicBezTo>
                  <a:lnTo>
                    <a:pt x="142" y="49"/>
                  </a:lnTo>
                  <a:close/>
                  <a:moveTo>
                    <a:pt x="130" y="46"/>
                  </a:moveTo>
                  <a:cubicBezTo>
                    <a:pt x="130" y="46"/>
                    <a:pt x="130" y="46"/>
                    <a:pt x="130" y="46"/>
                  </a:cubicBezTo>
                  <a:cubicBezTo>
                    <a:pt x="127" y="46"/>
                    <a:pt x="119" y="47"/>
                    <a:pt x="112" y="47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6" y="44"/>
                    <a:pt x="119" y="44"/>
                    <a:pt x="120" y="44"/>
                  </a:cubicBezTo>
                  <a:cubicBezTo>
                    <a:pt x="123" y="44"/>
                    <a:pt x="130" y="44"/>
                    <a:pt x="133" y="44"/>
                  </a:cubicBezTo>
                  <a:cubicBezTo>
                    <a:pt x="136" y="44"/>
                    <a:pt x="140" y="45"/>
                    <a:pt x="141" y="45"/>
                  </a:cubicBezTo>
                  <a:cubicBezTo>
                    <a:pt x="142" y="45"/>
                    <a:pt x="142" y="45"/>
                    <a:pt x="142" y="45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33" y="46"/>
                    <a:pt x="130" y="46"/>
                  </a:cubicBezTo>
                  <a:close/>
                  <a:moveTo>
                    <a:pt x="143" y="43"/>
                  </a:moveTo>
                  <a:cubicBezTo>
                    <a:pt x="143" y="43"/>
                    <a:pt x="143" y="43"/>
                    <a:pt x="143" y="43"/>
                  </a:cubicBezTo>
                  <a:cubicBezTo>
                    <a:pt x="142" y="43"/>
                    <a:pt x="142" y="43"/>
                    <a:pt x="142" y="44"/>
                  </a:cubicBezTo>
                  <a:cubicBezTo>
                    <a:pt x="142" y="44"/>
                    <a:pt x="142" y="44"/>
                    <a:pt x="142" y="44"/>
                  </a:cubicBezTo>
                  <a:cubicBezTo>
                    <a:pt x="140" y="44"/>
                    <a:pt x="121" y="43"/>
                    <a:pt x="116" y="43"/>
                  </a:cubicBezTo>
                  <a:cubicBezTo>
                    <a:pt x="114" y="43"/>
                    <a:pt x="113" y="44"/>
                    <a:pt x="112" y="44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3" y="43"/>
                    <a:pt x="114" y="43"/>
                    <a:pt x="115" y="43"/>
                  </a:cubicBezTo>
                  <a:cubicBezTo>
                    <a:pt x="119" y="43"/>
                    <a:pt x="140" y="43"/>
                    <a:pt x="143" y="43"/>
                  </a:cubicBezTo>
                  <a:close/>
                  <a:moveTo>
                    <a:pt x="143" y="41"/>
                  </a:moveTo>
                  <a:cubicBezTo>
                    <a:pt x="143" y="41"/>
                    <a:pt x="143" y="41"/>
                    <a:pt x="143" y="41"/>
                  </a:cubicBezTo>
                  <a:cubicBezTo>
                    <a:pt x="143" y="41"/>
                    <a:pt x="142" y="41"/>
                    <a:pt x="140" y="41"/>
                  </a:cubicBezTo>
                  <a:cubicBezTo>
                    <a:pt x="137" y="41"/>
                    <a:pt x="133" y="41"/>
                    <a:pt x="128" y="41"/>
                  </a:cubicBezTo>
                  <a:cubicBezTo>
                    <a:pt x="124" y="41"/>
                    <a:pt x="119" y="42"/>
                    <a:pt x="112" y="42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8" y="39"/>
                    <a:pt x="123" y="39"/>
                    <a:pt x="125" y="39"/>
                  </a:cubicBezTo>
                  <a:cubicBezTo>
                    <a:pt x="129" y="39"/>
                    <a:pt x="137" y="39"/>
                    <a:pt x="139" y="39"/>
                  </a:cubicBezTo>
                  <a:cubicBezTo>
                    <a:pt x="142" y="39"/>
                    <a:pt x="143" y="39"/>
                    <a:pt x="143" y="39"/>
                  </a:cubicBezTo>
                  <a:lnTo>
                    <a:pt x="143" y="41"/>
                  </a:lnTo>
                  <a:close/>
                  <a:moveTo>
                    <a:pt x="143" y="38"/>
                  </a:moveTo>
                  <a:cubicBezTo>
                    <a:pt x="143" y="38"/>
                    <a:pt x="143" y="38"/>
                    <a:pt x="143" y="38"/>
                  </a:cubicBezTo>
                  <a:cubicBezTo>
                    <a:pt x="143" y="38"/>
                    <a:pt x="143" y="38"/>
                    <a:pt x="143" y="38"/>
                  </a:cubicBezTo>
                  <a:cubicBezTo>
                    <a:pt x="143" y="39"/>
                    <a:pt x="143" y="39"/>
                    <a:pt x="143" y="39"/>
                  </a:cubicBezTo>
                  <a:cubicBezTo>
                    <a:pt x="142" y="38"/>
                    <a:pt x="133" y="38"/>
                    <a:pt x="123" y="38"/>
                  </a:cubicBezTo>
                  <a:cubicBezTo>
                    <a:pt x="119" y="38"/>
                    <a:pt x="116" y="38"/>
                    <a:pt x="112" y="38"/>
                  </a:cubicBezTo>
                  <a:cubicBezTo>
                    <a:pt x="112" y="38"/>
                    <a:pt x="112" y="38"/>
                    <a:pt x="112" y="38"/>
                  </a:cubicBezTo>
                  <a:cubicBezTo>
                    <a:pt x="126" y="37"/>
                    <a:pt x="141" y="38"/>
                    <a:pt x="143" y="38"/>
                  </a:cubicBezTo>
                  <a:close/>
                  <a:moveTo>
                    <a:pt x="144" y="35"/>
                  </a:moveTo>
                  <a:cubicBezTo>
                    <a:pt x="144" y="35"/>
                    <a:pt x="144" y="35"/>
                    <a:pt x="144" y="35"/>
                  </a:cubicBezTo>
                  <a:cubicBezTo>
                    <a:pt x="143" y="35"/>
                    <a:pt x="143" y="35"/>
                    <a:pt x="141" y="35"/>
                  </a:cubicBezTo>
                  <a:cubicBezTo>
                    <a:pt x="138" y="36"/>
                    <a:pt x="133" y="36"/>
                    <a:pt x="126" y="36"/>
                  </a:cubicBezTo>
                  <a:cubicBezTo>
                    <a:pt x="121" y="36"/>
                    <a:pt x="117" y="36"/>
                    <a:pt x="112" y="36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3" y="34"/>
                    <a:pt x="122" y="34"/>
                    <a:pt x="124" y="34"/>
                  </a:cubicBezTo>
                  <a:cubicBezTo>
                    <a:pt x="125" y="34"/>
                    <a:pt x="137" y="34"/>
                    <a:pt x="139" y="34"/>
                  </a:cubicBezTo>
                  <a:cubicBezTo>
                    <a:pt x="140" y="34"/>
                    <a:pt x="143" y="34"/>
                    <a:pt x="144" y="34"/>
                  </a:cubicBezTo>
                  <a:lnTo>
                    <a:pt x="144" y="35"/>
                  </a:lnTo>
                  <a:close/>
                  <a:moveTo>
                    <a:pt x="144" y="30"/>
                  </a:moveTo>
                  <a:cubicBezTo>
                    <a:pt x="144" y="30"/>
                    <a:pt x="144" y="30"/>
                    <a:pt x="144" y="30"/>
                  </a:cubicBezTo>
                  <a:cubicBezTo>
                    <a:pt x="144" y="30"/>
                    <a:pt x="140" y="30"/>
                    <a:pt x="138" y="30"/>
                  </a:cubicBezTo>
                  <a:cubicBezTo>
                    <a:pt x="136" y="31"/>
                    <a:pt x="123" y="31"/>
                    <a:pt x="114" y="31"/>
                  </a:cubicBezTo>
                  <a:cubicBezTo>
                    <a:pt x="106" y="31"/>
                    <a:pt x="99" y="30"/>
                    <a:pt x="94" y="29"/>
                  </a:cubicBezTo>
                  <a:cubicBezTo>
                    <a:pt x="89" y="28"/>
                    <a:pt x="67" y="22"/>
                    <a:pt x="54" y="18"/>
                  </a:cubicBezTo>
                  <a:cubicBezTo>
                    <a:pt x="42" y="14"/>
                    <a:pt x="36" y="11"/>
                    <a:pt x="32" y="11"/>
                  </a:cubicBezTo>
                  <a:cubicBezTo>
                    <a:pt x="32" y="9"/>
                    <a:pt x="32" y="9"/>
                    <a:pt x="32" y="9"/>
                  </a:cubicBezTo>
                  <a:cubicBezTo>
                    <a:pt x="37" y="9"/>
                    <a:pt x="51" y="13"/>
                    <a:pt x="58" y="16"/>
                  </a:cubicBezTo>
                  <a:cubicBezTo>
                    <a:pt x="65" y="18"/>
                    <a:pt x="81" y="23"/>
                    <a:pt x="85" y="24"/>
                  </a:cubicBezTo>
                  <a:cubicBezTo>
                    <a:pt x="88" y="26"/>
                    <a:pt x="97" y="28"/>
                    <a:pt x="106" y="28"/>
                  </a:cubicBezTo>
                  <a:cubicBezTo>
                    <a:pt x="115" y="28"/>
                    <a:pt x="131" y="28"/>
                    <a:pt x="134" y="28"/>
                  </a:cubicBezTo>
                  <a:cubicBezTo>
                    <a:pt x="137" y="28"/>
                    <a:pt x="143" y="29"/>
                    <a:pt x="144" y="29"/>
                  </a:cubicBezTo>
                  <a:cubicBezTo>
                    <a:pt x="144" y="29"/>
                    <a:pt x="144" y="29"/>
                    <a:pt x="144" y="29"/>
                  </a:cubicBezTo>
                  <a:lnTo>
                    <a:pt x="144" y="30"/>
                  </a:lnTo>
                  <a:close/>
                  <a:moveTo>
                    <a:pt x="145" y="23"/>
                  </a:move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5" y="23"/>
                    <a:pt x="145" y="23"/>
                  </a:cubicBezTo>
                  <a:cubicBezTo>
                    <a:pt x="145" y="23"/>
                    <a:pt x="144" y="22"/>
                    <a:pt x="141" y="22"/>
                  </a:cubicBezTo>
                  <a:cubicBezTo>
                    <a:pt x="137" y="22"/>
                    <a:pt x="123" y="23"/>
                    <a:pt x="119" y="22"/>
                  </a:cubicBezTo>
                  <a:cubicBezTo>
                    <a:pt x="114" y="22"/>
                    <a:pt x="100" y="23"/>
                    <a:pt x="90" y="20"/>
                  </a:cubicBezTo>
                  <a:cubicBezTo>
                    <a:pt x="80" y="16"/>
                    <a:pt x="78" y="15"/>
                    <a:pt x="78" y="15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6"/>
                    <a:pt x="89" y="21"/>
                    <a:pt x="96" y="22"/>
                  </a:cubicBezTo>
                  <a:cubicBezTo>
                    <a:pt x="103" y="23"/>
                    <a:pt x="114" y="24"/>
                    <a:pt x="126" y="23"/>
                  </a:cubicBezTo>
                  <a:cubicBezTo>
                    <a:pt x="137" y="23"/>
                    <a:pt x="144" y="24"/>
                    <a:pt x="145" y="24"/>
                  </a:cubicBezTo>
                  <a:cubicBezTo>
                    <a:pt x="145" y="25"/>
                    <a:pt x="145" y="25"/>
                    <a:pt x="145" y="25"/>
                  </a:cubicBezTo>
                  <a:cubicBezTo>
                    <a:pt x="144" y="25"/>
                    <a:pt x="139" y="25"/>
                    <a:pt x="134" y="25"/>
                  </a:cubicBezTo>
                  <a:cubicBezTo>
                    <a:pt x="129" y="25"/>
                    <a:pt x="109" y="26"/>
                    <a:pt x="103" y="25"/>
                  </a:cubicBezTo>
                  <a:cubicBezTo>
                    <a:pt x="97" y="24"/>
                    <a:pt x="94" y="24"/>
                    <a:pt x="78" y="18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89" y="20"/>
                    <a:pt x="97" y="21"/>
                  </a:cubicBezTo>
                  <a:cubicBezTo>
                    <a:pt x="104" y="22"/>
                    <a:pt x="116" y="22"/>
                    <a:pt x="123" y="22"/>
                  </a:cubicBezTo>
                  <a:cubicBezTo>
                    <a:pt x="131" y="22"/>
                    <a:pt x="144" y="22"/>
                    <a:pt x="144" y="22"/>
                  </a:cubicBezTo>
                  <a:cubicBezTo>
                    <a:pt x="145" y="22"/>
                    <a:pt x="145" y="22"/>
                    <a:pt x="145" y="22"/>
                  </a:cubicBezTo>
                  <a:cubicBezTo>
                    <a:pt x="145" y="22"/>
                    <a:pt x="145" y="22"/>
                    <a:pt x="145" y="22"/>
                  </a:cubicBezTo>
                  <a:lnTo>
                    <a:pt x="145" y="23"/>
                  </a:lnTo>
                  <a:close/>
                  <a:moveTo>
                    <a:pt x="94" y="18"/>
                  </a:moveTo>
                  <a:cubicBezTo>
                    <a:pt x="94" y="18"/>
                    <a:pt x="94" y="18"/>
                    <a:pt x="94" y="18"/>
                  </a:cubicBezTo>
                  <a:cubicBezTo>
                    <a:pt x="95" y="19"/>
                    <a:pt x="95" y="19"/>
                    <a:pt x="95" y="19"/>
                  </a:cubicBezTo>
                  <a:cubicBezTo>
                    <a:pt x="100" y="19"/>
                    <a:pt x="100" y="19"/>
                    <a:pt x="100" y="19"/>
                  </a:cubicBezTo>
                  <a:cubicBezTo>
                    <a:pt x="98" y="19"/>
                    <a:pt x="96" y="19"/>
                    <a:pt x="94" y="18"/>
                  </a:cubicBezTo>
                  <a:close/>
                  <a:moveTo>
                    <a:pt x="145" y="20"/>
                  </a:moveTo>
                  <a:cubicBezTo>
                    <a:pt x="145" y="20"/>
                    <a:pt x="145" y="20"/>
                    <a:pt x="145" y="20"/>
                  </a:cubicBezTo>
                  <a:cubicBezTo>
                    <a:pt x="144" y="20"/>
                    <a:pt x="143" y="20"/>
                    <a:pt x="141" y="20"/>
                  </a:cubicBezTo>
                  <a:cubicBezTo>
                    <a:pt x="135" y="20"/>
                    <a:pt x="127" y="20"/>
                    <a:pt x="117" y="20"/>
                  </a:cubicBezTo>
                  <a:cubicBezTo>
                    <a:pt x="113" y="20"/>
                    <a:pt x="109" y="20"/>
                    <a:pt x="105" y="20"/>
                  </a:cubicBezTo>
                  <a:cubicBezTo>
                    <a:pt x="105" y="18"/>
                    <a:pt x="105" y="18"/>
                    <a:pt x="105" y="18"/>
                  </a:cubicBezTo>
                  <a:cubicBezTo>
                    <a:pt x="105" y="18"/>
                    <a:pt x="109" y="18"/>
                    <a:pt x="117" y="18"/>
                  </a:cubicBezTo>
                  <a:cubicBezTo>
                    <a:pt x="126" y="18"/>
                    <a:pt x="134" y="18"/>
                    <a:pt x="137" y="18"/>
                  </a:cubicBezTo>
                  <a:cubicBezTo>
                    <a:pt x="139" y="18"/>
                    <a:pt x="144" y="18"/>
                    <a:pt x="145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20"/>
                  </a:cubicBezTo>
                  <a:close/>
                  <a:moveTo>
                    <a:pt x="146" y="17"/>
                  </a:moveTo>
                  <a:cubicBezTo>
                    <a:pt x="146" y="17"/>
                    <a:pt x="146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ubicBezTo>
                    <a:pt x="145" y="17"/>
                    <a:pt x="145" y="17"/>
                    <a:pt x="145" y="17"/>
                  </a:cubicBezTo>
                  <a:cubicBezTo>
                    <a:pt x="145" y="17"/>
                    <a:pt x="144" y="17"/>
                    <a:pt x="141" y="17"/>
                  </a:cubicBezTo>
                  <a:cubicBezTo>
                    <a:pt x="137" y="17"/>
                    <a:pt x="128" y="17"/>
                    <a:pt x="125" y="17"/>
                  </a:cubicBezTo>
                  <a:cubicBezTo>
                    <a:pt x="121" y="17"/>
                    <a:pt x="106" y="17"/>
                    <a:pt x="105" y="17"/>
                  </a:cubicBezTo>
                  <a:cubicBezTo>
                    <a:pt x="105" y="17"/>
                    <a:pt x="105" y="17"/>
                    <a:pt x="105" y="17"/>
                  </a:cubicBezTo>
                  <a:cubicBezTo>
                    <a:pt x="105" y="17"/>
                    <a:pt x="115" y="17"/>
                    <a:pt x="120" y="17"/>
                  </a:cubicBezTo>
                  <a:cubicBezTo>
                    <a:pt x="125" y="17"/>
                    <a:pt x="134" y="17"/>
                    <a:pt x="137" y="17"/>
                  </a:cubicBezTo>
                  <a:cubicBezTo>
                    <a:pt x="140" y="17"/>
                    <a:pt x="145" y="17"/>
                    <a:pt x="146" y="17"/>
                  </a:cubicBezTo>
                  <a:cubicBezTo>
                    <a:pt x="146" y="17"/>
                    <a:pt x="146" y="17"/>
                    <a:pt x="146" y="17"/>
                  </a:cubicBezTo>
                  <a:close/>
                  <a:moveTo>
                    <a:pt x="32" y="1"/>
                  </a:moveTo>
                  <a:cubicBezTo>
                    <a:pt x="32" y="1"/>
                    <a:pt x="32" y="1"/>
                    <a:pt x="32" y="1"/>
                  </a:cubicBezTo>
                  <a:cubicBezTo>
                    <a:pt x="36" y="1"/>
                    <a:pt x="54" y="5"/>
                    <a:pt x="62" y="7"/>
                  </a:cubicBezTo>
                  <a:cubicBezTo>
                    <a:pt x="65" y="7"/>
                    <a:pt x="65" y="7"/>
                    <a:pt x="65" y="7"/>
                  </a:cubicBezTo>
                  <a:cubicBezTo>
                    <a:pt x="66" y="7"/>
                    <a:pt x="68" y="8"/>
                    <a:pt x="70" y="8"/>
                  </a:cubicBezTo>
                  <a:cubicBezTo>
                    <a:pt x="79" y="11"/>
                    <a:pt x="91" y="13"/>
                    <a:pt x="98" y="13"/>
                  </a:cubicBezTo>
                  <a:cubicBezTo>
                    <a:pt x="107" y="13"/>
                    <a:pt x="120" y="12"/>
                    <a:pt x="126" y="12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32" y="11"/>
                    <a:pt x="145" y="10"/>
                    <a:pt x="146" y="10"/>
                  </a:cubicBezTo>
                  <a:cubicBezTo>
                    <a:pt x="146" y="11"/>
                    <a:pt x="146" y="12"/>
                    <a:pt x="146" y="12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5" y="15"/>
                    <a:pt x="144" y="15"/>
                  </a:cubicBezTo>
                  <a:cubicBezTo>
                    <a:pt x="143" y="15"/>
                    <a:pt x="132" y="15"/>
                    <a:pt x="128" y="15"/>
                  </a:cubicBezTo>
                  <a:cubicBezTo>
                    <a:pt x="124" y="15"/>
                    <a:pt x="105" y="15"/>
                    <a:pt x="105" y="15"/>
                  </a:cubicBezTo>
                  <a:cubicBezTo>
                    <a:pt x="91" y="18"/>
                    <a:pt x="91" y="18"/>
                    <a:pt x="91" y="18"/>
                  </a:cubicBezTo>
                  <a:cubicBezTo>
                    <a:pt x="91" y="18"/>
                    <a:pt x="90" y="17"/>
                    <a:pt x="90" y="17"/>
                  </a:cubicBezTo>
                  <a:cubicBezTo>
                    <a:pt x="82" y="14"/>
                    <a:pt x="78" y="12"/>
                    <a:pt x="78" y="12"/>
                  </a:cubicBezTo>
                  <a:cubicBezTo>
                    <a:pt x="68" y="15"/>
                    <a:pt x="68" y="15"/>
                    <a:pt x="68" y="15"/>
                  </a:cubicBezTo>
                  <a:cubicBezTo>
                    <a:pt x="50" y="8"/>
                    <a:pt x="37" y="3"/>
                    <a:pt x="32" y="3"/>
                  </a:cubicBezTo>
                  <a:cubicBezTo>
                    <a:pt x="32" y="1"/>
                    <a:pt x="32" y="1"/>
                    <a:pt x="32" y="1"/>
                  </a:cubicBezTo>
                  <a:cubicBezTo>
                    <a:pt x="32" y="1"/>
                    <a:pt x="32" y="1"/>
                    <a:pt x="32" y="1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0" y="11"/>
                    <a:pt x="12" y="10"/>
                  </a:cubicBezTo>
                  <a:cubicBezTo>
                    <a:pt x="13" y="10"/>
                    <a:pt x="14" y="9"/>
                    <a:pt x="15" y="9"/>
                  </a:cubicBezTo>
                  <a:cubicBezTo>
                    <a:pt x="20" y="6"/>
                    <a:pt x="28" y="1"/>
                    <a:pt x="32" y="1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2" y="3"/>
                    <a:pt x="31" y="3"/>
                    <a:pt x="31" y="3"/>
                  </a:cubicBezTo>
                  <a:cubicBezTo>
                    <a:pt x="27" y="3"/>
                    <a:pt x="21" y="7"/>
                    <a:pt x="17" y="9"/>
                  </a:cubicBezTo>
                  <a:cubicBezTo>
                    <a:pt x="14" y="11"/>
                    <a:pt x="11" y="13"/>
                    <a:pt x="10" y="13"/>
                  </a:cubicBezTo>
                  <a:lnTo>
                    <a:pt x="10" y="12"/>
                  </a:ln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1" y="15"/>
                    <a:pt x="19" y="11"/>
                    <a:pt x="21" y="10"/>
                  </a:cubicBezTo>
                  <a:cubicBezTo>
                    <a:pt x="23" y="9"/>
                    <a:pt x="28" y="6"/>
                    <a:pt x="31" y="6"/>
                  </a:cubicBezTo>
                  <a:cubicBezTo>
                    <a:pt x="35" y="6"/>
                    <a:pt x="40" y="8"/>
                    <a:pt x="45" y="9"/>
                  </a:cubicBezTo>
                  <a:cubicBezTo>
                    <a:pt x="50" y="11"/>
                    <a:pt x="73" y="19"/>
                    <a:pt x="78" y="21"/>
                  </a:cubicBezTo>
                  <a:cubicBezTo>
                    <a:pt x="83" y="23"/>
                    <a:pt x="91" y="26"/>
                    <a:pt x="102" y="27"/>
                  </a:cubicBezTo>
                  <a:cubicBezTo>
                    <a:pt x="112" y="28"/>
                    <a:pt x="121" y="27"/>
                    <a:pt x="127" y="27"/>
                  </a:cubicBezTo>
                  <a:cubicBezTo>
                    <a:pt x="133" y="27"/>
                    <a:pt x="144" y="27"/>
                    <a:pt x="144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7"/>
                    <a:pt x="145" y="27"/>
                    <a:pt x="145" y="27"/>
                  </a:cubicBezTo>
                  <a:cubicBezTo>
                    <a:pt x="145" y="28"/>
                    <a:pt x="145" y="28"/>
                    <a:pt x="145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4" y="28"/>
                    <a:pt x="144" y="28"/>
                  </a:cubicBezTo>
                  <a:cubicBezTo>
                    <a:pt x="144" y="28"/>
                    <a:pt x="143" y="28"/>
                    <a:pt x="139" y="28"/>
                  </a:cubicBezTo>
                  <a:cubicBezTo>
                    <a:pt x="133" y="28"/>
                    <a:pt x="115" y="28"/>
                    <a:pt x="110" y="28"/>
                  </a:cubicBezTo>
                  <a:cubicBezTo>
                    <a:pt x="105" y="28"/>
                    <a:pt x="101" y="28"/>
                    <a:pt x="91" y="26"/>
                  </a:cubicBezTo>
                  <a:cubicBezTo>
                    <a:pt x="82" y="23"/>
                    <a:pt x="65" y="17"/>
                    <a:pt x="59" y="15"/>
                  </a:cubicBezTo>
                  <a:cubicBezTo>
                    <a:pt x="53" y="13"/>
                    <a:pt x="37" y="7"/>
                    <a:pt x="33" y="7"/>
                  </a:cubicBezTo>
                  <a:cubicBezTo>
                    <a:pt x="28" y="6"/>
                    <a:pt x="22" y="10"/>
                    <a:pt x="19" y="12"/>
                  </a:cubicBezTo>
                  <a:cubicBezTo>
                    <a:pt x="16" y="13"/>
                    <a:pt x="11" y="16"/>
                    <a:pt x="10" y="17"/>
                  </a:cubicBezTo>
                  <a:lnTo>
                    <a:pt x="10" y="16"/>
                  </a:lnTo>
                  <a:close/>
                  <a:moveTo>
                    <a:pt x="10" y="18"/>
                  </a:moveTo>
                  <a:cubicBezTo>
                    <a:pt x="10" y="18"/>
                    <a:pt x="10" y="18"/>
                    <a:pt x="10" y="18"/>
                  </a:cubicBezTo>
                  <a:cubicBezTo>
                    <a:pt x="11" y="17"/>
                    <a:pt x="15" y="15"/>
                    <a:pt x="18" y="13"/>
                  </a:cubicBezTo>
                  <a:cubicBezTo>
                    <a:pt x="22" y="11"/>
                    <a:pt x="29" y="9"/>
                    <a:pt x="32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11"/>
                    <a:pt x="31" y="11"/>
                    <a:pt x="31" y="11"/>
                  </a:cubicBezTo>
                  <a:cubicBezTo>
                    <a:pt x="28" y="11"/>
                    <a:pt x="21" y="15"/>
                    <a:pt x="19" y="17"/>
                  </a:cubicBezTo>
                  <a:cubicBezTo>
                    <a:pt x="16" y="18"/>
                    <a:pt x="10" y="20"/>
                    <a:pt x="10" y="20"/>
                  </a:cubicBezTo>
                  <a:lnTo>
                    <a:pt x="10" y="18"/>
                  </a:lnTo>
                  <a:close/>
                  <a:moveTo>
                    <a:pt x="10" y="25"/>
                  </a:moveTo>
                  <a:cubicBezTo>
                    <a:pt x="10" y="25"/>
                    <a:pt x="10" y="25"/>
                    <a:pt x="10" y="25"/>
                  </a:cubicBezTo>
                  <a:cubicBezTo>
                    <a:pt x="11" y="25"/>
                    <a:pt x="16" y="23"/>
                    <a:pt x="19" y="21"/>
                  </a:cubicBezTo>
                  <a:cubicBezTo>
                    <a:pt x="22" y="20"/>
                    <a:pt x="28" y="19"/>
                    <a:pt x="30" y="18"/>
                  </a:cubicBezTo>
                  <a:cubicBezTo>
                    <a:pt x="30" y="18"/>
                    <a:pt x="31" y="18"/>
                    <a:pt x="32" y="18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1" y="20"/>
                    <a:pt x="31" y="20"/>
                    <a:pt x="30" y="20"/>
                  </a:cubicBezTo>
                  <a:cubicBezTo>
                    <a:pt x="25" y="22"/>
                    <a:pt x="21" y="24"/>
                    <a:pt x="19" y="25"/>
                  </a:cubicBezTo>
                  <a:cubicBezTo>
                    <a:pt x="17" y="25"/>
                    <a:pt x="11" y="27"/>
                    <a:pt x="10" y="27"/>
                  </a:cubicBezTo>
                  <a:lnTo>
                    <a:pt x="10" y="25"/>
                  </a:lnTo>
                  <a:close/>
                  <a:moveTo>
                    <a:pt x="11" y="33"/>
                  </a:moveTo>
                  <a:cubicBezTo>
                    <a:pt x="11" y="33"/>
                    <a:pt x="11" y="33"/>
                    <a:pt x="11" y="33"/>
                  </a:cubicBezTo>
                  <a:cubicBezTo>
                    <a:pt x="12" y="32"/>
                    <a:pt x="17" y="31"/>
                    <a:pt x="20" y="30"/>
                  </a:cubicBezTo>
                  <a:cubicBezTo>
                    <a:pt x="24" y="28"/>
                    <a:pt x="30" y="27"/>
                    <a:pt x="33" y="2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30" y="29"/>
                    <a:pt x="29" y="30"/>
                    <a:pt x="23" y="32"/>
                  </a:cubicBezTo>
                  <a:cubicBezTo>
                    <a:pt x="17" y="34"/>
                    <a:pt x="12" y="35"/>
                    <a:pt x="11" y="35"/>
                  </a:cubicBezTo>
                  <a:lnTo>
                    <a:pt x="11" y="33"/>
                  </a:lnTo>
                  <a:close/>
                  <a:moveTo>
                    <a:pt x="14" y="59"/>
                  </a:moveTo>
                  <a:cubicBezTo>
                    <a:pt x="14" y="59"/>
                    <a:pt x="14" y="59"/>
                    <a:pt x="14" y="59"/>
                  </a:cubicBezTo>
                  <a:cubicBezTo>
                    <a:pt x="14" y="59"/>
                    <a:pt x="14" y="59"/>
                    <a:pt x="14" y="59"/>
                  </a:cubicBezTo>
                  <a:cubicBezTo>
                    <a:pt x="14" y="53"/>
                    <a:pt x="14" y="53"/>
                    <a:pt x="14" y="53"/>
                  </a:cubicBezTo>
                  <a:cubicBezTo>
                    <a:pt x="16" y="53"/>
                    <a:pt x="29" y="51"/>
                    <a:pt x="34" y="51"/>
                  </a:cubicBezTo>
                  <a:cubicBezTo>
                    <a:pt x="35" y="59"/>
                    <a:pt x="35" y="59"/>
                    <a:pt x="35" y="59"/>
                  </a:cubicBezTo>
                  <a:lnTo>
                    <a:pt x="14" y="59"/>
                  </a:lnTo>
                  <a:close/>
                  <a:moveTo>
                    <a:pt x="85" y="59"/>
                  </a:moveTo>
                  <a:cubicBezTo>
                    <a:pt x="85" y="59"/>
                    <a:pt x="85" y="59"/>
                    <a:pt x="85" y="59"/>
                  </a:cubicBezTo>
                  <a:cubicBezTo>
                    <a:pt x="35" y="59"/>
                    <a:pt x="35" y="59"/>
                    <a:pt x="35" y="59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6" y="51"/>
                    <a:pt x="36" y="51"/>
                  </a:cubicBezTo>
                  <a:cubicBezTo>
                    <a:pt x="41" y="51"/>
                    <a:pt x="78" y="53"/>
                    <a:pt x="83" y="53"/>
                  </a:cubicBezTo>
                  <a:cubicBezTo>
                    <a:pt x="84" y="53"/>
                    <a:pt x="85" y="53"/>
                    <a:pt x="85" y="53"/>
                  </a:cubicBezTo>
                  <a:lnTo>
                    <a:pt x="85" y="59"/>
                  </a:lnTo>
                  <a:close/>
                  <a:moveTo>
                    <a:pt x="85" y="51"/>
                  </a:moveTo>
                  <a:cubicBezTo>
                    <a:pt x="85" y="51"/>
                    <a:pt x="85" y="51"/>
                    <a:pt x="85" y="51"/>
                  </a:cubicBezTo>
                  <a:cubicBezTo>
                    <a:pt x="76" y="51"/>
                    <a:pt x="67" y="50"/>
                    <a:pt x="58" y="49"/>
                  </a:cubicBezTo>
                  <a:cubicBezTo>
                    <a:pt x="43" y="48"/>
                    <a:pt x="37" y="48"/>
                    <a:pt x="35" y="48"/>
                  </a:cubicBezTo>
                  <a:cubicBezTo>
                    <a:pt x="35" y="48"/>
                    <a:pt x="35" y="48"/>
                    <a:pt x="34" y="48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5" y="45"/>
                    <a:pt x="35" y="45"/>
                    <a:pt x="35" y="45"/>
                  </a:cubicBezTo>
                  <a:cubicBezTo>
                    <a:pt x="39" y="45"/>
                    <a:pt x="74" y="48"/>
                    <a:pt x="85" y="49"/>
                  </a:cubicBezTo>
                  <a:lnTo>
                    <a:pt x="85" y="51"/>
                  </a:lnTo>
                  <a:close/>
                  <a:moveTo>
                    <a:pt x="85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3" y="48"/>
                    <a:pt x="81" y="47"/>
                    <a:pt x="80" y="47"/>
                  </a:cubicBezTo>
                  <a:cubicBezTo>
                    <a:pt x="72" y="47"/>
                    <a:pt x="74" y="47"/>
                    <a:pt x="66" y="46"/>
                  </a:cubicBezTo>
                  <a:cubicBezTo>
                    <a:pt x="58" y="45"/>
                    <a:pt x="40" y="43"/>
                    <a:pt x="36" y="43"/>
                  </a:cubicBezTo>
                  <a:cubicBezTo>
                    <a:pt x="32" y="43"/>
                    <a:pt x="29" y="43"/>
                    <a:pt x="23" y="44"/>
                  </a:cubicBezTo>
                  <a:cubicBezTo>
                    <a:pt x="18" y="45"/>
                    <a:pt x="13" y="46"/>
                    <a:pt x="12" y="46"/>
                  </a:cubicBezTo>
                  <a:cubicBezTo>
                    <a:pt x="12" y="45"/>
                    <a:pt x="12" y="45"/>
                    <a:pt x="12" y="45"/>
                  </a:cubicBezTo>
                  <a:cubicBezTo>
                    <a:pt x="14" y="45"/>
                    <a:pt x="29" y="42"/>
                    <a:pt x="35" y="42"/>
                  </a:cubicBezTo>
                  <a:cubicBezTo>
                    <a:pt x="42" y="42"/>
                    <a:pt x="53" y="44"/>
                    <a:pt x="63" y="45"/>
                  </a:cubicBezTo>
                  <a:cubicBezTo>
                    <a:pt x="68" y="45"/>
                    <a:pt x="77" y="46"/>
                    <a:pt x="85" y="47"/>
                  </a:cubicBezTo>
                  <a:lnTo>
                    <a:pt x="85" y="48"/>
                  </a:lnTo>
                  <a:close/>
                  <a:moveTo>
                    <a:pt x="12" y="42"/>
                  </a:moveTo>
                  <a:cubicBezTo>
                    <a:pt x="12" y="42"/>
                    <a:pt x="12" y="42"/>
                    <a:pt x="12" y="42"/>
                  </a:cubicBezTo>
                  <a:cubicBezTo>
                    <a:pt x="12" y="40"/>
                    <a:pt x="12" y="40"/>
                    <a:pt x="12" y="40"/>
                  </a:cubicBezTo>
                  <a:cubicBezTo>
                    <a:pt x="13" y="40"/>
                    <a:pt x="18" y="38"/>
                    <a:pt x="21" y="38"/>
                  </a:cubicBezTo>
                  <a:cubicBezTo>
                    <a:pt x="24" y="37"/>
                    <a:pt x="30" y="36"/>
                    <a:pt x="34" y="36"/>
                  </a:cubicBezTo>
                  <a:cubicBezTo>
                    <a:pt x="34" y="38"/>
                    <a:pt x="34" y="38"/>
                    <a:pt x="34" y="38"/>
                  </a:cubicBezTo>
                  <a:cubicBezTo>
                    <a:pt x="29" y="38"/>
                    <a:pt x="24" y="40"/>
                    <a:pt x="22" y="41"/>
                  </a:cubicBezTo>
                  <a:cubicBezTo>
                    <a:pt x="20" y="41"/>
                    <a:pt x="13" y="42"/>
                    <a:pt x="12" y="42"/>
                  </a:cubicBezTo>
                  <a:close/>
                  <a:moveTo>
                    <a:pt x="85" y="45"/>
                  </a:moveTo>
                  <a:cubicBezTo>
                    <a:pt x="85" y="45"/>
                    <a:pt x="85" y="45"/>
                    <a:pt x="85" y="45"/>
                  </a:cubicBezTo>
                  <a:cubicBezTo>
                    <a:pt x="79" y="45"/>
                    <a:pt x="65" y="43"/>
                    <a:pt x="57" y="41"/>
                  </a:cubicBezTo>
                  <a:cubicBezTo>
                    <a:pt x="48" y="40"/>
                    <a:pt x="40" y="39"/>
                    <a:pt x="35" y="38"/>
                  </a:cubicBezTo>
                  <a:cubicBezTo>
                    <a:pt x="35" y="38"/>
                    <a:pt x="35" y="38"/>
                    <a:pt x="34" y="38"/>
                  </a:cubicBezTo>
                  <a:cubicBezTo>
                    <a:pt x="34" y="36"/>
                    <a:pt x="34" y="36"/>
                    <a:pt x="34" y="36"/>
                  </a:cubicBezTo>
                  <a:cubicBezTo>
                    <a:pt x="34" y="36"/>
                    <a:pt x="35" y="36"/>
                    <a:pt x="35" y="36"/>
                  </a:cubicBezTo>
                  <a:cubicBezTo>
                    <a:pt x="37" y="36"/>
                    <a:pt x="46" y="37"/>
                    <a:pt x="50" y="37"/>
                  </a:cubicBezTo>
                  <a:cubicBezTo>
                    <a:pt x="55" y="38"/>
                    <a:pt x="74" y="41"/>
                    <a:pt x="80" y="42"/>
                  </a:cubicBezTo>
                  <a:cubicBezTo>
                    <a:pt x="82" y="42"/>
                    <a:pt x="83" y="43"/>
                    <a:pt x="85" y="43"/>
                  </a:cubicBezTo>
                  <a:lnTo>
                    <a:pt x="85" y="45"/>
                  </a:lnTo>
                  <a:close/>
                  <a:moveTo>
                    <a:pt x="85" y="42"/>
                  </a:moveTo>
                  <a:cubicBezTo>
                    <a:pt x="85" y="42"/>
                    <a:pt x="85" y="42"/>
                    <a:pt x="85" y="42"/>
                  </a:cubicBezTo>
                  <a:cubicBezTo>
                    <a:pt x="84" y="42"/>
                    <a:pt x="82" y="42"/>
                    <a:pt x="80" y="41"/>
                  </a:cubicBezTo>
                  <a:cubicBezTo>
                    <a:pt x="72" y="40"/>
                    <a:pt x="59" y="37"/>
                    <a:pt x="52" y="36"/>
                  </a:cubicBezTo>
                  <a:cubicBezTo>
                    <a:pt x="45" y="35"/>
                    <a:pt x="39" y="34"/>
                    <a:pt x="35" y="34"/>
                  </a:cubicBezTo>
                  <a:cubicBezTo>
                    <a:pt x="30" y="34"/>
                    <a:pt x="24" y="36"/>
                    <a:pt x="20" y="37"/>
                  </a:cubicBezTo>
                  <a:cubicBezTo>
                    <a:pt x="16" y="38"/>
                    <a:pt x="13" y="38"/>
                    <a:pt x="12" y="39"/>
                  </a:cubicBezTo>
                  <a:cubicBezTo>
                    <a:pt x="12" y="39"/>
                    <a:pt x="12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2" y="38"/>
                    <a:pt x="16" y="37"/>
                    <a:pt x="21" y="36"/>
                  </a:cubicBezTo>
                  <a:cubicBezTo>
                    <a:pt x="27" y="34"/>
                    <a:pt x="30" y="33"/>
                    <a:pt x="35" y="33"/>
                  </a:cubicBezTo>
                  <a:cubicBezTo>
                    <a:pt x="39" y="34"/>
                    <a:pt x="52" y="36"/>
                    <a:pt x="59" y="37"/>
                  </a:cubicBezTo>
                  <a:cubicBezTo>
                    <a:pt x="65" y="38"/>
                    <a:pt x="77" y="40"/>
                    <a:pt x="81" y="41"/>
                  </a:cubicBezTo>
                  <a:cubicBezTo>
                    <a:pt x="82" y="41"/>
                    <a:pt x="84" y="41"/>
                    <a:pt x="85" y="42"/>
                  </a:cubicBezTo>
                  <a:close/>
                  <a:moveTo>
                    <a:pt x="85" y="40"/>
                  </a:moveTo>
                  <a:cubicBezTo>
                    <a:pt x="85" y="40"/>
                    <a:pt x="85" y="40"/>
                    <a:pt x="85" y="40"/>
                  </a:cubicBezTo>
                  <a:cubicBezTo>
                    <a:pt x="81" y="39"/>
                    <a:pt x="76" y="38"/>
                    <a:pt x="72" y="37"/>
                  </a:cubicBezTo>
                  <a:cubicBezTo>
                    <a:pt x="63" y="35"/>
                    <a:pt x="51" y="33"/>
                    <a:pt x="46" y="32"/>
                  </a:cubicBezTo>
                  <a:cubicBezTo>
                    <a:pt x="40" y="30"/>
                    <a:pt x="37" y="29"/>
                    <a:pt x="34" y="29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7"/>
                    <a:pt x="46" y="29"/>
                    <a:pt x="49" y="29"/>
                  </a:cubicBezTo>
                  <a:cubicBezTo>
                    <a:pt x="53" y="30"/>
                    <a:pt x="63" y="32"/>
                    <a:pt x="67" y="33"/>
                  </a:cubicBezTo>
                  <a:cubicBezTo>
                    <a:pt x="69" y="33"/>
                    <a:pt x="78" y="36"/>
                    <a:pt x="85" y="37"/>
                  </a:cubicBezTo>
                  <a:lnTo>
                    <a:pt x="85" y="40"/>
                  </a:lnTo>
                  <a:close/>
                  <a:moveTo>
                    <a:pt x="85" y="36"/>
                  </a:moveTo>
                  <a:cubicBezTo>
                    <a:pt x="85" y="36"/>
                    <a:pt x="85" y="36"/>
                    <a:pt x="85" y="36"/>
                  </a:cubicBezTo>
                  <a:cubicBezTo>
                    <a:pt x="78" y="35"/>
                    <a:pt x="69" y="32"/>
                    <a:pt x="65" y="31"/>
                  </a:cubicBezTo>
                  <a:cubicBezTo>
                    <a:pt x="59" y="30"/>
                    <a:pt x="39" y="25"/>
                    <a:pt x="34" y="25"/>
                  </a:cubicBezTo>
                  <a:cubicBezTo>
                    <a:pt x="30" y="25"/>
                    <a:pt x="13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1" y="31"/>
                    <a:pt x="11" y="31"/>
                    <a:pt x="11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2" y="30"/>
                    <a:pt x="20" y="28"/>
                    <a:pt x="22" y="27"/>
                  </a:cubicBezTo>
                  <a:cubicBezTo>
                    <a:pt x="25" y="26"/>
                    <a:pt x="31" y="24"/>
                    <a:pt x="33" y="24"/>
                  </a:cubicBezTo>
                  <a:cubicBezTo>
                    <a:pt x="36" y="24"/>
                    <a:pt x="47" y="27"/>
                    <a:pt x="52" y="28"/>
                  </a:cubicBezTo>
                  <a:cubicBezTo>
                    <a:pt x="57" y="29"/>
                    <a:pt x="78" y="34"/>
                    <a:pt x="83" y="35"/>
                  </a:cubicBezTo>
                  <a:cubicBezTo>
                    <a:pt x="83" y="35"/>
                    <a:pt x="84" y="35"/>
                    <a:pt x="85" y="36"/>
                  </a:cubicBezTo>
                  <a:close/>
                  <a:moveTo>
                    <a:pt x="85" y="34"/>
                  </a:moveTo>
                  <a:cubicBezTo>
                    <a:pt x="85" y="34"/>
                    <a:pt x="85" y="34"/>
                    <a:pt x="85" y="34"/>
                  </a:cubicBezTo>
                  <a:cubicBezTo>
                    <a:pt x="85" y="34"/>
                    <a:pt x="79" y="32"/>
                    <a:pt x="73" y="30"/>
                  </a:cubicBezTo>
                  <a:cubicBezTo>
                    <a:pt x="48" y="24"/>
                    <a:pt x="46" y="23"/>
                    <a:pt x="42" y="22"/>
                  </a:cubicBezTo>
                  <a:cubicBezTo>
                    <a:pt x="38" y="21"/>
                    <a:pt x="36" y="20"/>
                    <a:pt x="33" y="20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5" y="18"/>
                    <a:pt x="37" y="18"/>
                    <a:pt x="40" y="19"/>
                  </a:cubicBezTo>
                  <a:cubicBezTo>
                    <a:pt x="46" y="20"/>
                    <a:pt x="51" y="22"/>
                    <a:pt x="61" y="24"/>
                  </a:cubicBezTo>
                  <a:cubicBezTo>
                    <a:pt x="71" y="27"/>
                    <a:pt x="84" y="31"/>
                    <a:pt x="85" y="31"/>
                  </a:cubicBezTo>
                  <a:lnTo>
                    <a:pt x="85" y="34"/>
                  </a:lnTo>
                  <a:close/>
                  <a:moveTo>
                    <a:pt x="85" y="30"/>
                  </a:moveTo>
                  <a:cubicBezTo>
                    <a:pt x="85" y="30"/>
                    <a:pt x="85" y="30"/>
                    <a:pt x="85" y="30"/>
                  </a:cubicBezTo>
                  <a:cubicBezTo>
                    <a:pt x="83" y="30"/>
                    <a:pt x="51" y="20"/>
                    <a:pt x="44" y="18"/>
                  </a:cubicBezTo>
                  <a:cubicBezTo>
                    <a:pt x="36" y="16"/>
                    <a:pt x="32" y="15"/>
                    <a:pt x="28" y="17"/>
                  </a:cubicBezTo>
                  <a:cubicBezTo>
                    <a:pt x="24" y="19"/>
                    <a:pt x="12" y="23"/>
                    <a:pt x="10" y="2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23"/>
                    <a:pt x="10" y="23"/>
                    <a:pt x="10" y="23"/>
                  </a:cubicBezTo>
                  <a:cubicBezTo>
                    <a:pt x="10" y="23"/>
                    <a:pt x="13" y="22"/>
                    <a:pt x="18" y="20"/>
                  </a:cubicBezTo>
                  <a:cubicBezTo>
                    <a:pt x="23" y="17"/>
                    <a:pt x="30" y="15"/>
                    <a:pt x="32" y="15"/>
                  </a:cubicBezTo>
                  <a:cubicBezTo>
                    <a:pt x="35" y="15"/>
                    <a:pt x="60" y="22"/>
                    <a:pt x="68" y="24"/>
                  </a:cubicBezTo>
                  <a:cubicBezTo>
                    <a:pt x="72" y="26"/>
                    <a:pt x="79" y="28"/>
                    <a:pt x="85" y="29"/>
                  </a:cubicBezTo>
                  <a:lnTo>
                    <a:pt x="85" y="30"/>
                  </a:lnTo>
                  <a:close/>
                  <a:moveTo>
                    <a:pt x="105" y="59"/>
                  </a:moveTo>
                  <a:cubicBezTo>
                    <a:pt x="105" y="59"/>
                    <a:pt x="105" y="59"/>
                    <a:pt x="105" y="59"/>
                  </a:cubicBezTo>
                  <a:cubicBezTo>
                    <a:pt x="87" y="59"/>
                    <a:pt x="87" y="59"/>
                    <a:pt x="87" y="59"/>
                  </a:cubicBezTo>
                  <a:cubicBezTo>
                    <a:pt x="87" y="53"/>
                    <a:pt x="87" y="53"/>
                    <a:pt x="87" y="53"/>
                  </a:cubicBezTo>
                  <a:cubicBezTo>
                    <a:pt x="105" y="53"/>
                    <a:pt x="105" y="53"/>
                    <a:pt x="105" y="53"/>
                  </a:cubicBezTo>
                  <a:lnTo>
                    <a:pt x="105" y="59"/>
                  </a:lnTo>
                  <a:close/>
                  <a:moveTo>
                    <a:pt x="110" y="59"/>
                  </a:moveTo>
                  <a:cubicBezTo>
                    <a:pt x="110" y="59"/>
                    <a:pt x="110" y="59"/>
                    <a:pt x="110" y="59"/>
                  </a:cubicBezTo>
                  <a:cubicBezTo>
                    <a:pt x="105" y="59"/>
                    <a:pt x="105" y="59"/>
                    <a:pt x="105" y="59"/>
                  </a:cubicBezTo>
                  <a:cubicBezTo>
                    <a:pt x="105" y="54"/>
                    <a:pt x="105" y="54"/>
                    <a:pt x="105" y="54"/>
                  </a:cubicBezTo>
                  <a:cubicBezTo>
                    <a:pt x="107" y="54"/>
                    <a:pt x="107" y="54"/>
                    <a:pt x="107" y="54"/>
                  </a:cubicBezTo>
                  <a:cubicBezTo>
                    <a:pt x="109" y="54"/>
                    <a:pt x="110" y="54"/>
                    <a:pt x="110" y="54"/>
                  </a:cubicBezTo>
                  <a:cubicBezTo>
                    <a:pt x="110" y="52"/>
                    <a:pt x="110" y="52"/>
                    <a:pt x="110" y="52"/>
                  </a:cubicBezTo>
                  <a:cubicBezTo>
                    <a:pt x="110" y="52"/>
                    <a:pt x="109" y="52"/>
                    <a:pt x="109" y="52"/>
                  </a:cubicBezTo>
                  <a:cubicBezTo>
                    <a:pt x="108" y="52"/>
                    <a:pt x="106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5" y="52"/>
                    <a:pt x="105" y="52"/>
                    <a:pt x="105" y="52"/>
                  </a:cubicBezTo>
                  <a:cubicBezTo>
                    <a:pt x="104" y="52"/>
                    <a:pt x="100" y="52"/>
                    <a:pt x="98" y="51"/>
                  </a:cubicBezTo>
                  <a:cubicBezTo>
                    <a:pt x="96" y="51"/>
                    <a:pt x="90" y="51"/>
                    <a:pt x="87" y="51"/>
                  </a:cubicBezTo>
                  <a:cubicBezTo>
                    <a:pt x="87" y="49"/>
                    <a:pt x="87" y="49"/>
                    <a:pt x="87" y="49"/>
                  </a:cubicBezTo>
                  <a:cubicBezTo>
                    <a:pt x="88" y="49"/>
                    <a:pt x="91" y="50"/>
                    <a:pt x="94" y="50"/>
                  </a:cubicBezTo>
                  <a:cubicBezTo>
                    <a:pt x="97" y="50"/>
                    <a:pt x="110" y="50"/>
                    <a:pt x="110" y="50"/>
                  </a:cubicBezTo>
                  <a:cubicBezTo>
                    <a:pt x="110" y="49"/>
                    <a:pt x="110" y="49"/>
                    <a:pt x="110" y="49"/>
                  </a:cubicBezTo>
                  <a:cubicBezTo>
                    <a:pt x="110" y="49"/>
                    <a:pt x="99" y="49"/>
                    <a:pt x="94" y="49"/>
                  </a:cubicBezTo>
                  <a:cubicBezTo>
                    <a:pt x="91" y="49"/>
                    <a:pt x="88" y="48"/>
                    <a:pt x="87" y="48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88" y="48"/>
                    <a:pt x="91" y="48"/>
                    <a:pt x="93" y="48"/>
                  </a:cubicBezTo>
                  <a:cubicBezTo>
                    <a:pt x="97" y="49"/>
                    <a:pt x="110" y="49"/>
                    <a:pt x="110" y="49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98" y="47"/>
                    <a:pt x="93" y="47"/>
                  </a:cubicBezTo>
                  <a:cubicBezTo>
                    <a:pt x="90" y="46"/>
                    <a:pt x="88" y="46"/>
                    <a:pt x="87" y="46"/>
                  </a:cubicBezTo>
                  <a:cubicBezTo>
                    <a:pt x="87" y="43"/>
                    <a:pt x="87" y="43"/>
                    <a:pt x="87" y="43"/>
                  </a:cubicBezTo>
                  <a:cubicBezTo>
                    <a:pt x="87" y="43"/>
                    <a:pt x="88" y="43"/>
                    <a:pt x="89" y="43"/>
                  </a:cubicBezTo>
                  <a:cubicBezTo>
                    <a:pt x="91" y="44"/>
                    <a:pt x="97" y="45"/>
                    <a:pt x="99" y="45"/>
                  </a:cubicBezTo>
                  <a:cubicBezTo>
                    <a:pt x="101" y="45"/>
                    <a:pt x="109" y="45"/>
                    <a:pt x="110" y="45"/>
                  </a:cubicBezTo>
                  <a:lnTo>
                    <a:pt x="110" y="59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9" y="44"/>
                    <a:pt x="106" y="44"/>
                    <a:pt x="104" y="44"/>
                  </a:cubicBezTo>
                  <a:cubicBezTo>
                    <a:pt x="102" y="44"/>
                    <a:pt x="93" y="44"/>
                    <a:pt x="91" y="43"/>
                  </a:cubicBezTo>
                  <a:cubicBezTo>
                    <a:pt x="90" y="43"/>
                    <a:pt x="88" y="42"/>
                    <a:pt x="87" y="42"/>
                  </a:cubicBezTo>
                  <a:cubicBezTo>
                    <a:pt x="87" y="42"/>
                    <a:pt x="87" y="42"/>
                    <a:pt x="87" y="42"/>
                  </a:cubicBezTo>
                  <a:cubicBezTo>
                    <a:pt x="90" y="42"/>
                    <a:pt x="96" y="43"/>
                    <a:pt x="98" y="43"/>
                  </a:cubicBezTo>
                  <a:cubicBezTo>
                    <a:pt x="100" y="43"/>
                    <a:pt x="109" y="44"/>
                    <a:pt x="110" y="44"/>
                  </a:cubicBezTo>
                  <a:close/>
                  <a:moveTo>
                    <a:pt x="110" y="42"/>
                  </a:moveTo>
                  <a:cubicBezTo>
                    <a:pt x="110" y="42"/>
                    <a:pt x="110" y="42"/>
                    <a:pt x="110" y="42"/>
                  </a:cubicBezTo>
                  <a:cubicBezTo>
                    <a:pt x="109" y="42"/>
                    <a:pt x="100" y="42"/>
                    <a:pt x="96" y="41"/>
                  </a:cubicBezTo>
                  <a:cubicBezTo>
                    <a:pt x="92" y="41"/>
                    <a:pt x="89" y="41"/>
                    <a:pt x="87" y="40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9" y="37"/>
                    <a:pt x="96" y="39"/>
                    <a:pt x="99" y="39"/>
                  </a:cubicBezTo>
                  <a:cubicBezTo>
                    <a:pt x="103" y="39"/>
                    <a:pt x="110" y="39"/>
                    <a:pt x="110" y="39"/>
                  </a:cubicBezTo>
                  <a:cubicBezTo>
                    <a:pt x="110" y="37"/>
                    <a:pt x="110" y="37"/>
                    <a:pt x="110" y="37"/>
                  </a:cubicBezTo>
                  <a:cubicBezTo>
                    <a:pt x="110" y="37"/>
                    <a:pt x="104" y="37"/>
                    <a:pt x="100" y="37"/>
                  </a:cubicBezTo>
                  <a:cubicBezTo>
                    <a:pt x="96" y="37"/>
                    <a:pt x="90" y="36"/>
                    <a:pt x="87" y="35"/>
                  </a:cubicBezTo>
                  <a:cubicBezTo>
                    <a:pt x="87" y="30"/>
                    <a:pt x="87" y="30"/>
                    <a:pt x="87" y="30"/>
                  </a:cubicBezTo>
                  <a:cubicBezTo>
                    <a:pt x="92" y="31"/>
                    <a:pt x="96" y="32"/>
                    <a:pt x="99" y="32"/>
                  </a:cubicBezTo>
                  <a:cubicBezTo>
                    <a:pt x="105" y="33"/>
                    <a:pt x="126" y="32"/>
                    <a:pt x="135" y="32"/>
                  </a:cubicBezTo>
                  <a:cubicBezTo>
                    <a:pt x="142" y="32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44" y="33"/>
                    <a:pt x="144" y="33"/>
                  </a:cubicBezTo>
                  <a:cubicBezTo>
                    <a:pt x="144" y="33"/>
                    <a:pt x="139" y="33"/>
                    <a:pt x="136" y="33"/>
                  </a:cubicBezTo>
                  <a:cubicBezTo>
                    <a:pt x="133" y="33"/>
                    <a:pt x="127" y="33"/>
                    <a:pt x="123" y="33"/>
                  </a:cubicBezTo>
                  <a:cubicBezTo>
                    <a:pt x="120" y="33"/>
                    <a:pt x="112" y="33"/>
                    <a:pt x="112" y="33"/>
                  </a:cubicBezTo>
                  <a:cubicBezTo>
                    <a:pt x="112" y="33"/>
                    <a:pt x="112" y="33"/>
                    <a:pt x="112" y="33"/>
                  </a:cubicBezTo>
                  <a:cubicBezTo>
                    <a:pt x="110" y="33"/>
                    <a:pt x="110" y="33"/>
                    <a:pt x="110" y="33"/>
                  </a:cubicBezTo>
                  <a:lnTo>
                    <a:pt x="110" y="42"/>
                  </a:lnTo>
                  <a:close/>
                  <a:moveTo>
                    <a:pt x="112" y="59"/>
                  </a:moveTo>
                  <a:cubicBezTo>
                    <a:pt x="112" y="59"/>
                    <a:pt x="112" y="59"/>
                    <a:pt x="112" y="59"/>
                  </a:cubicBezTo>
                  <a:cubicBezTo>
                    <a:pt x="112" y="55"/>
                    <a:pt x="112" y="55"/>
                    <a:pt x="112" y="55"/>
                  </a:cubicBezTo>
                  <a:cubicBezTo>
                    <a:pt x="141" y="55"/>
                    <a:pt x="141" y="55"/>
                    <a:pt x="141" y="55"/>
                  </a:cubicBezTo>
                  <a:cubicBezTo>
                    <a:pt x="141" y="59"/>
                    <a:pt x="141" y="59"/>
                    <a:pt x="141" y="59"/>
                  </a:cubicBezTo>
                  <a:lnTo>
                    <a:pt x="112" y="59"/>
                  </a:lnTo>
                  <a:close/>
                  <a:moveTo>
                    <a:pt x="141" y="54"/>
                  </a:move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1" y="54"/>
                    <a:pt x="141" y="54"/>
                    <a:pt x="141" y="54"/>
                  </a:cubicBezTo>
                  <a:cubicBezTo>
                    <a:pt x="140" y="54"/>
                    <a:pt x="134" y="54"/>
                    <a:pt x="129" y="54"/>
                  </a:cubicBezTo>
                  <a:cubicBezTo>
                    <a:pt x="124" y="54"/>
                    <a:pt x="113" y="54"/>
                    <a:pt x="112" y="54"/>
                  </a:cubicBezTo>
                  <a:cubicBezTo>
                    <a:pt x="112" y="54"/>
                    <a:pt x="112" y="54"/>
                    <a:pt x="112" y="54"/>
                  </a:cubicBezTo>
                  <a:cubicBezTo>
                    <a:pt x="114" y="54"/>
                    <a:pt x="115" y="54"/>
                    <a:pt x="116" y="53"/>
                  </a:cubicBezTo>
                  <a:cubicBezTo>
                    <a:pt x="124" y="53"/>
                    <a:pt x="138" y="54"/>
                    <a:pt x="142" y="54"/>
                  </a:cubicBezTo>
                  <a:lnTo>
                    <a:pt x="141" y="54"/>
                  </a:lnTo>
                  <a:close/>
                  <a:moveTo>
                    <a:pt x="146" y="15"/>
                  </a:moveTo>
                  <a:cubicBezTo>
                    <a:pt x="146" y="15"/>
                    <a:pt x="146" y="15"/>
                    <a:pt x="146" y="15"/>
                  </a:cubicBezTo>
                  <a:cubicBezTo>
                    <a:pt x="146" y="15"/>
                    <a:pt x="146" y="15"/>
                    <a:pt x="146" y="15"/>
                  </a:cubicBezTo>
                  <a:cubicBezTo>
                    <a:pt x="146" y="11"/>
                    <a:pt x="146" y="11"/>
                    <a:pt x="146" y="11"/>
                  </a:cubicBezTo>
                  <a:cubicBezTo>
                    <a:pt x="140" y="15"/>
                    <a:pt x="140" y="15"/>
                    <a:pt x="140" y="15"/>
                  </a:cubicBezTo>
                  <a:cubicBezTo>
                    <a:pt x="140" y="15"/>
                    <a:pt x="142" y="14"/>
                    <a:pt x="143" y="14"/>
                  </a:cubicBezTo>
                  <a:cubicBezTo>
                    <a:pt x="144" y="14"/>
                    <a:pt x="145" y="15"/>
                    <a:pt x="146" y="15"/>
                  </a:cubicBezTo>
                  <a:close/>
                  <a:moveTo>
                    <a:pt x="10" y="12"/>
                  </a:moveTo>
                  <a:cubicBezTo>
                    <a:pt x="10" y="12"/>
                    <a:pt x="10" y="12"/>
                    <a:pt x="10" y="12"/>
                  </a:cubicBezTo>
                  <a:cubicBezTo>
                    <a:pt x="10" y="13"/>
                    <a:pt x="10" y="13"/>
                    <a:pt x="10" y="13"/>
                  </a:cubicBezTo>
                  <a:cubicBezTo>
                    <a:pt x="11" y="12"/>
                    <a:pt x="11" y="12"/>
                    <a:pt x="11" y="12"/>
                  </a:cubicBezTo>
                  <a:cubicBezTo>
                    <a:pt x="11" y="12"/>
                    <a:pt x="10" y="12"/>
                    <a:pt x="10" y="12"/>
                  </a:cubicBezTo>
                  <a:cubicBezTo>
                    <a:pt x="10" y="12"/>
                    <a:pt x="10" y="12"/>
                    <a:pt x="10" y="12"/>
                  </a:cubicBezTo>
                  <a:close/>
                  <a:moveTo>
                    <a:pt x="20" y="14"/>
                  </a:moveTo>
                  <a:cubicBezTo>
                    <a:pt x="20" y="14"/>
                    <a:pt x="20" y="14"/>
                    <a:pt x="20" y="14"/>
                  </a:cubicBezTo>
                  <a:cubicBezTo>
                    <a:pt x="19" y="14"/>
                    <a:pt x="18" y="14"/>
                    <a:pt x="18" y="14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10" y="20"/>
                    <a:pt x="15" y="18"/>
                    <a:pt x="17" y="17"/>
                  </a:cubicBezTo>
                  <a:cubicBezTo>
                    <a:pt x="19" y="16"/>
                    <a:pt x="23" y="14"/>
                    <a:pt x="23" y="14"/>
                  </a:cubicBezTo>
                  <a:cubicBezTo>
                    <a:pt x="23" y="14"/>
                    <a:pt x="22" y="14"/>
                    <a:pt x="20" y="14"/>
                  </a:cubicBezTo>
                  <a:close/>
                  <a:moveTo>
                    <a:pt x="10" y="16"/>
                  </a:move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0" y="16"/>
                    <a:pt x="12" y="15"/>
                    <a:pt x="13" y="15"/>
                  </a:cubicBezTo>
                  <a:cubicBezTo>
                    <a:pt x="13" y="15"/>
                    <a:pt x="16" y="13"/>
                    <a:pt x="16" y="13"/>
                  </a:cubicBezTo>
                  <a:cubicBezTo>
                    <a:pt x="15" y="13"/>
                    <a:pt x="15" y="13"/>
                    <a:pt x="15" y="13"/>
                  </a:cubicBezTo>
                  <a:lnTo>
                    <a:pt x="10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Freeform 7"/>
            <p:cNvSpPr>
              <a:spLocks noEditPoints="1"/>
            </p:cNvSpPr>
            <p:nvPr/>
          </p:nvSpPr>
          <p:spPr bwMode="auto">
            <a:xfrm>
              <a:off x="559" y="4150"/>
              <a:ext cx="399" cy="149"/>
            </a:xfrm>
            <a:custGeom>
              <a:avLst/>
              <a:gdLst>
                <a:gd name="T0" fmla="*/ 140 w 154"/>
                <a:gd name="T1" fmla="*/ 42 h 56"/>
                <a:gd name="T2" fmla="*/ 80 w 154"/>
                <a:gd name="T3" fmla="*/ 11 h 56"/>
                <a:gd name="T4" fmla="*/ 101 w 154"/>
                <a:gd name="T5" fmla="*/ 30 h 56"/>
                <a:gd name="T6" fmla="*/ 80 w 154"/>
                <a:gd name="T7" fmla="*/ 17 h 56"/>
                <a:gd name="T8" fmla="*/ 106 w 154"/>
                <a:gd name="T9" fmla="*/ 29 h 56"/>
                <a:gd name="T10" fmla="*/ 109 w 154"/>
                <a:gd name="T11" fmla="*/ 1 h 56"/>
                <a:gd name="T12" fmla="*/ 78 w 154"/>
                <a:gd name="T13" fmla="*/ 25 h 56"/>
                <a:gd name="T14" fmla="*/ 11 w 154"/>
                <a:gd name="T15" fmla="*/ 53 h 56"/>
                <a:gd name="T16" fmla="*/ 2 w 154"/>
                <a:gd name="T17" fmla="*/ 50 h 56"/>
                <a:gd name="T18" fmla="*/ 5 w 154"/>
                <a:gd name="T19" fmla="*/ 45 h 56"/>
                <a:gd name="T20" fmla="*/ 6 w 154"/>
                <a:gd name="T21" fmla="*/ 44 h 56"/>
                <a:gd name="T22" fmla="*/ 8 w 154"/>
                <a:gd name="T23" fmla="*/ 44 h 56"/>
                <a:gd name="T24" fmla="*/ 10 w 154"/>
                <a:gd name="T25" fmla="*/ 50 h 56"/>
                <a:gd name="T26" fmla="*/ 12 w 154"/>
                <a:gd name="T27" fmla="*/ 43 h 56"/>
                <a:gd name="T28" fmla="*/ 13 w 154"/>
                <a:gd name="T29" fmla="*/ 43 h 56"/>
                <a:gd name="T30" fmla="*/ 77 w 154"/>
                <a:gd name="T31" fmla="*/ 19 h 56"/>
                <a:gd name="T32" fmla="*/ 79 w 154"/>
                <a:gd name="T33" fmla="*/ 27 h 56"/>
                <a:gd name="T34" fmla="*/ 83 w 154"/>
                <a:gd name="T35" fmla="*/ 40 h 56"/>
                <a:gd name="T36" fmla="*/ 83 w 154"/>
                <a:gd name="T37" fmla="*/ 39 h 56"/>
                <a:gd name="T38" fmla="*/ 71 w 154"/>
                <a:gd name="T39" fmla="*/ 44 h 56"/>
                <a:gd name="T40" fmla="*/ 98 w 154"/>
                <a:gd name="T41" fmla="*/ 36 h 56"/>
                <a:gd name="T42" fmla="*/ 98 w 154"/>
                <a:gd name="T43" fmla="*/ 42 h 56"/>
                <a:gd name="T44" fmla="*/ 88 w 154"/>
                <a:gd name="T45" fmla="*/ 39 h 56"/>
                <a:gd name="T46" fmla="*/ 98 w 154"/>
                <a:gd name="T47" fmla="*/ 36 h 56"/>
                <a:gd name="T48" fmla="*/ 60 w 154"/>
                <a:gd name="T49" fmla="*/ 40 h 56"/>
                <a:gd name="T50" fmla="*/ 65 w 154"/>
                <a:gd name="T51" fmla="*/ 47 h 56"/>
                <a:gd name="T52" fmla="*/ 122 w 154"/>
                <a:gd name="T53" fmla="*/ 47 h 56"/>
                <a:gd name="T54" fmla="*/ 113 w 154"/>
                <a:gd name="T55" fmla="*/ 35 h 56"/>
                <a:gd name="T56" fmla="*/ 126 w 154"/>
                <a:gd name="T57" fmla="*/ 45 h 56"/>
                <a:gd name="T58" fmla="*/ 77 w 154"/>
                <a:gd name="T59" fmla="*/ 12 h 56"/>
                <a:gd name="T60" fmla="*/ 92 w 154"/>
                <a:gd name="T61" fmla="*/ 10 h 56"/>
                <a:gd name="T62" fmla="*/ 83 w 154"/>
                <a:gd name="T63" fmla="*/ 13 h 56"/>
                <a:gd name="T64" fmla="*/ 83 w 154"/>
                <a:gd name="T65" fmla="*/ 32 h 56"/>
                <a:gd name="T66" fmla="*/ 75 w 154"/>
                <a:gd name="T67" fmla="*/ 22 h 56"/>
                <a:gd name="T68" fmla="*/ 106 w 154"/>
                <a:gd name="T69" fmla="*/ 32 h 56"/>
                <a:gd name="T70" fmla="*/ 83 w 154"/>
                <a:gd name="T71" fmla="*/ 16 h 56"/>
                <a:gd name="T72" fmla="*/ 91 w 154"/>
                <a:gd name="T73" fmla="*/ 19 h 56"/>
                <a:gd name="T74" fmla="*/ 91 w 154"/>
                <a:gd name="T75" fmla="*/ 24 h 56"/>
                <a:gd name="T76" fmla="*/ 91 w 154"/>
                <a:gd name="T77" fmla="*/ 28 h 56"/>
                <a:gd name="T78" fmla="*/ 99 w 154"/>
                <a:gd name="T79" fmla="*/ 32 h 56"/>
                <a:gd name="T80" fmla="*/ 70 w 154"/>
                <a:gd name="T81" fmla="*/ 47 h 56"/>
                <a:gd name="T82" fmla="*/ 45 w 154"/>
                <a:gd name="T83" fmla="*/ 48 h 56"/>
                <a:gd name="T84" fmla="*/ 59 w 154"/>
                <a:gd name="T85" fmla="*/ 48 h 56"/>
                <a:gd name="T86" fmla="*/ 79 w 154"/>
                <a:gd name="T87" fmla="*/ 47 h 56"/>
                <a:gd name="T88" fmla="*/ 94 w 154"/>
                <a:gd name="T89" fmla="*/ 48 h 56"/>
                <a:gd name="T90" fmla="*/ 111 w 154"/>
                <a:gd name="T91" fmla="*/ 47 h 56"/>
                <a:gd name="T92" fmla="*/ 112 w 154"/>
                <a:gd name="T93" fmla="*/ 43 h 56"/>
                <a:gd name="T94" fmla="*/ 115 w 154"/>
                <a:gd name="T95" fmla="*/ 12 h 56"/>
                <a:gd name="T96" fmla="*/ 115 w 154"/>
                <a:gd name="T97" fmla="*/ 21 h 56"/>
                <a:gd name="T98" fmla="*/ 115 w 154"/>
                <a:gd name="T99" fmla="*/ 30 h 56"/>
                <a:gd name="T100" fmla="*/ 114 w 154"/>
                <a:gd name="T101" fmla="*/ 11 h 56"/>
                <a:gd name="T102" fmla="*/ 115 w 154"/>
                <a:gd name="T103" fmla="*/ 20 h 56"/>
                <a:gd name="T104" fmla="*/ 114 w 154"/>
                <a:gd name="T105" fmla="*/ 29 h 56"/>
                <a:gd name="T106" fmla="*/ 151 w 154"/>
                <a:gd name="T107" fmla="*/ 45 h 56"/>
                <a:gd name="T108" fmla="*/ 47 w 154"/>
                <a:gd name="T109" fmla="*/ 39 h 56"/>
                <a:gd name="T110" fmla="*/ 47 w 154"/>
                <a:gd name="T111" fmla="*/ 45 h 56"/>
                <a:gd name="T112" fmla="*/ 103 w 154"/>
                <a:gd name="T113" fmla="*/ 29 h 56"/>
                <a:gd name="T114" fmla="*/ 100 w 154"/>
                <a:gd name="T115" fmla="*/ 18 h 56"/>
                <a:gd name="T116" fmla="*/ 104 w 154"/>
                <a:gd name="T117" fmla="*/ 29 h 56"/>
                <a:gd name="T118" fmla="*/ 103 w 154"/>
                <a:gd name="T119" fmla="*/ 5 h 56"/>
                <a:gd name="T120" fmla="*/ 71 w 154"/>
                <a:gd name="T121" fmla="*/ 39 h 56"/>
                <a:gd name="T122" fmla="*/ 60 w 154"/>
                <a:gd name="T123" fmla="*/ 45 h 56"/>
                <a:gd name="T124" fmla="*/ 64 w 154"/>
                <a:gd name="T125" fmla="*/ 45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54" h="56">
                  <a:moveTo>
                    <a:pt x="79" y="32"/>
                  </a:moveTo>
                  <a:cubicBezTo>
                    <a:pt x="80" y="32"/>
                    <a:pt x="80" y="32"/>
                    <a:pt x="80" y="32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0" y="30"/>
                    <a:pt x="80" y="30"/>
                    <a:pt x="80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81" y="30"/>
                    <a:pt x="81" y="30"/>
                    <a:pt x="81" y="30"/>
                  </a:cubicBezTo>
                  <a:cubicBezTo>
                    <a:pt x="79" y="30"/>
                    <a:pt x="79" y="30"/>
                    <a:pt x="79" y="30"/>
                  </a:cubicBezTo>
                  <a:lnTo>
                    <a:pt x="79" y="32"/>
                  </a:lnTo>
                  <a:close/>
                  <a:moveTo>
                    <a:pt x="80" y="25"/>
                  </a:moveTo>
                  <a:cubicBezTo>
                    <a:pt x="80" y="25"/>
                    <a:pt x="80" y="25"/>
                    <a:pt x="80" y="25"/>
                  </a:cubicBezTo>
                  <a:cubicBezTo>
                    <a:pt x="80" y="25"/>
                    <a:pt x="80" y="25"/>
                    <a:pt x="80" y="25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80" y="27"/>
                    <a:pt x="80" y="27"/>
                    <a:pt x="80" y="27"/>
                  </a:cubicBezTo>
                  <a:lnTo>
                    <a:pt x="80" y="25"/>
                  </a:lnTo>
                  <a:close/>
                  <a:moveTo>
                    <a:pt x="79" y="35"/>
                  </a:moveTo>
                  <a:cubicBezTo>
                    <a:pt x="79" y="35"/>
                    <a:pt x="79" y="35"/>
                    <a:pt x="79" y="35"/>
                  </a:cubicBezTo>
                  <a:cubicBezTo>
                    <a:pt x="80" y="35"/>
                    <a:pt x="80" y="35"/>
                    <a:pt x="80" y="35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81" y="32"/>
                    <a:pt x="81" y="32"/>
                    <a:pt x="81" y="32"/>
                  </a:cubicBezTo>
                  <a:cubicBezTo>
                    <a:pt x="79" y="32"/>
                    <a:pt x="79" y="32"/>
                    <a:pt x="79" y="32"/>
                  </a:cubicBezTo>
                  <a:lnTo>
                    <a:pt x="79" y="35"/>
                  </a:lnTo>
                  <a:close/>
                  <a:moveTo>
                    <a:pt x="79" y="9"/>
                  </a:move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7" y="9"/>
                    <a:pt x="77" y="9"/>
                    <a:pt x="77" y="9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2"/>
                    <a:pt x="78" y="12"/>
                    <a:pt x="78" y="12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8" y="10"/>
                    <a:pt x="78" y="10"/>
                    <a:pt x="78" y="10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lnTo>
                    <a:pt x="78" y="11"/>
                  </a:ln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41" y="42"/>
                    <a:pt x="141" y="42"/>
                    <a:pt x="141" y="42"/>
                  </a:cubicBezTo>
                  <a:cubicBezTo>
                    <a:pt x="140" y="41"/>
                    <a:pt x="140" y="41"/>
                    <a:pt x="140" y="41"/>
                  </a:cubicBezTo>
                  <a:lnTo>
                    <a:pt x="140" y="42"/>
                  </a:lnTo>
                  <a:close/>
                  <a:moveTo>
                    <a:pt x="142" y="42"/>
                  </a:moveTo>
                  <a:cubicBezTo>
                    <a:pt x="142" y="42"/>
                    <a:pt x="142" y="42"/>
                    <a:pt x="142" y="42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lnTo>
                    <a:pt x="142" y="42"/>
                  </a:lnTo>
                  <a:close/>
                  <a:moveTo>
                    <a:pt x="141" y="38"/>
                  </a:moveTo>
                  <a:cubicBezTo>
                    <a:pt x="141" y="38"/>
                    <a:pt x="141" y="38"/>
                    <a:pt x="141" y="38"/>
                  </a:cubicBezTo>
                  <a:cubicBezTo>
                    <a:pt x="141" y="38"/>
                    <a:pt x="141" y="40"/>
                    <a:pt x="141" y="40"/>
                  </a:cubicBezTo>
                  <a:cubicBezTo>
                    <a:pt x="142" y="40"/>
                    <a:pt x="142" y="40"/>
                    <a:pt x="142" y="40"/>
                  </a:cubicBezTo>
                  <a:lnTo>
                    <a:pt x="141" y="38"/>
                  </a:lnTo>
                  <a:close/>
                  <a:moveTo>
                    <a:pt x="79" y="16"/>
                  </a:moveTo>
                  <a:cubicBezTo>
                    <a:pt x="79" y="16"/>
                    <a:pt x="79" y="16"/>
                    <a:pt x="79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81" y="13"/>
                    <a:pt x="81" y="13"/>
                    <a:pt x="81" y="13"/>
                  </a:cubicBezTo>
                  <a:cubicBezTo>
                    <a:pt x="79" y="14"/>
                    <a:pt x="79" y="14"/>
                    <a:pt x="79" y="14"/>
                  </a:cubicBezTo>
                  <a:lnTo>
                    <a:pt x="79" y="16"/>
                  </a:lnTo>
                  <a:close/>
                  <a:moveTo>
                    <a:pt x="79" y="29"/>
                  </a:moveTo>
                  <a:cubicBezTo>
                    <a:pt x="79" y="29"/>
                    <a:pt x="79" y="29"/>
                    <a:pt x="79" y="29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0" y="28"/>
                    <a:pt x="80" y="28"/>
                    <a:pt x="80" y="28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0" y="27"/>
                    <a:pt x="80" y="27"/>
                    <a:pt x="80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79" y="27"/>
                    <a:pt x="79" y="27"/>
                    <a:pt x="79" y="27"/>
                  </a:cubicBezTo>
                  <a:lnTo>
                    <a:pt x="79" y="29"/>
                  </a:lnTo>
                  <a:close/>
                  <a:moveTo>
                    <a:pt x="82" y="8"/>
                  </a:move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3"/>
                    <a:pt x="79" y="13"/>
                    <a:pt x="79" y="13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80" y="11"/>
                    <a:pt x="80" y="11"/>
                    <a:pt x="80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2" y="8"/>
                    <a:pt x="82" y="8"/>
                    <a:pt x="82" y="8"/>
                  </a:cubicBezTo>
                  <a:close/>
                  <a:moveTo>
                    <a:pt x="80" y="11"/>
                  </a:moveTo>
                  <a:cubicBezTo>
                    <a:pt x="80" y="11"/>
                    <a:pt x="80" y="11"/>
                    <a:pt x="80" y="11"/>
                  </a:cubicBezTo>
                  <a:cubicBezTo>
                    <a:pt x="80" y="9"/>
                    <a:pt x="80" y="9"/>
                    <a:pt x="80" y="9"/>
                  </a:cubicBezTo>
                  <a:cubicBezTo>
                    <a:pt x="82" y="9"/>
                    <a:pt x="82" y="9"/>
                    <a:pt x="82" y="9"/>
                  </a:cubicBezTo>
                  <a:cubicBezTo>
                    <a:pt x="82" y="11"/>
                    <a:pt x="82" y="11"/>
                    <a:pt x="82" y="11"/>
                  </a:cubicBezTo>
                  <a:lnTo>
                    <a:pt x="80" y="11"/>
                  </a:lnTo>
                  <a:close/>
                  <a:moveTo>
                    <a:pt x="84" y="8"/>
                  </a:move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1"/>
                    <a:pt x="82" y="11"/>
                    <a:pt x="82" y="11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4" y="8"/>
                    <a:pt x="84" y="8"/>
                    <a:pt x="84" y="8"/>
                  </a:cubicBezTo>
                  <a:close/>
                  <a:moveTo>
                    <a:pt x="82" y="10"/>
                  </a:moveTo>
                  <a:cubicBezTo>
                    <a:pt x="82" y="10"/>
                    <a:pt x="82" y="10"/>
                    <a:pt x="82" y="10"/>
                  </a:cubicBezTo>
                  <a:cubicBezTo>
                    <a:pt x="82" y="8"/>
                    <a:pt x="82" y="8"/>
                    <a:pt x="82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0"/>
                    <a:pt x="84" y="10"/>
                    <a:pt x="84" y="10"/>
                  </a:cubicBezTo>
                  <a:lnTo>
                    <a:pt x="82" y="10"/>
                  </a:lnTo>
                  <a:close/>
                  <a:moveTo>
                    <a:pt x="91" y="6"/>
                  </a:moveTo>
                  <a:cubicBezTo>
                    <a:pt x="91" y="6"/>
                    <a:pt x="91" y="6"/>
                    <a:pt x="91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89" y="6"/>
                    <a:pt x="89" y="6"/>
                    <a:pt x="89" y="6"/>
                  </a:cubicBezTo>
                  <a:cubicBezTo>
                    <a:pt x="89" y="11"/>
                    <a:pt x="89" y="11"/>
                    <a:pt x="89" y="11"/>
                  </a:cubicBezTo>
                  <a:cubicBezTo>
                    <a:pt x="89" y="10"/>
                    <a:pt x="89" y="10"/>
                    <a:pt x="89" y="10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lnTo>
                    <a:pt x="91" y="6"/>
                  </a:lnTo>
                  <a:close/>
                  <a:moveTo>
                    <a:pt x="90" y="8"/>
                  </a:moveTo>
                  <a:cubicBezTo>
                    <a:pt x="90" y="8"/>
                    <a:pt x="90" y="8"/>
                    <a:pt x="90" y="8"/>
                  </a:cubicBezTo>
                  <a:cubicBezTo>
                    <a:pt x="90" y="6"/>
                    <a:pt x="90" y="6"/>
                    <a:pt x="90" y="6"/>
                  </a:cubicBezTo>
                  <a:cubicBezTo>
                    <a:pt x="91" y="6"/>
                    <a:pt x="91" y="6"/>
                    <a:pt x="91" y="6"/>
                  </a:cubicBezTo>
                  <a:cubicBezTo>
                    <a:pt x="91" y="8"/>
                    <a:pt x="91" y="8"/>
                    <a:pt x="91" y="8"/>
                  </a:cubicBezTo>
                  <a:lnTo>
                    <a:pt x="90" y="8"/>
                  </a:lnTo>
                  <a:close/>
                  <a:moveTo>
                    <a:pt x="100" y="33"/>
                  </a:moveTo>
                  <a:cubicBezTo>
                    <a:pt x="100" y="33"/>
                    <a:pt x="100" y="33"/>
                    <a:pt x="100" y="33"/>
                  </a:cubicBezTo>
                  <a:cubicBezTo>
                    <a:pt x="101" y="32"/>
                    <a:pt x="101" y="32"/>
                    <a:pt x="101" y="32"/>
                  </a:cubicBezTo>
                  <a:cubicBezTo>
                    <a:pt x="101" y="31"/>
                    <a:pt x="101" y="31"/>
                    <a:pt x="101" y="31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1" y="30"/>
                    <a:pt x="101" y="30"/>
                    <a:pt x="101" y="30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3" y="29"/>
                    <a:pt x="103" y="29"/>
                    <a:pt x="103" y="29"/>
                  </a:cubicBezTo>
                  <a:cubicBezTo>
                    <a:pt x="100" y="30"/>
                    <a:pt x="100" y="30"/>
                    <a:pt x="100" y="30"/>
                  </a:cubicBezTo>
                  <a:lnTo>
                    <a:pt x="100" y="33"/>
                  </a:lnTo>
                  <a:close/>
                  <a:moveTo>
                    <a:pt x="136" y="36"/>
                  </a:moveTo>
                  <a:cubicBezTo>
                    <a:pt x="136" y="36"/>
                    <a:pt x="136" y="36"/>
                    <a:pt x="136" y="36"/>
                  </a:cubicBezTo>
                  <a:cubicBezTo>
                    <a:pt x="134" y="36"/>
                    <a:pt x="134" y="36"/>
                    <a:pt x="134" y="36"/>
                  </a:cubicBezTo>
                  <a:cubicBezTo>
                    <a:pt x="136" y="37"/>
                    <a:pt x="136" y="37"/>
                    <a:pt x="136" y="37"/>
                  </a:cubicBezTo>
                  <a:lnTo>
                    <a:pt x="136" y="36"/>
                  </a:lnTo>
                  <a:close/>
                  <a:moveTo>
                    <a:pt x="136" y="42"/>
                  </a:moveTo>
                  <a:cubicBezTo>
                    <a:pt x="136" y="42"/>
                    <a:pt x="136" y="42"/>
                    <a:pt x="136" y="42"/>
                  </a:cubicBezTo>
                  <a:cubicBezTo>
                    <a:pt x="138" y="42"/>
                    <a:pt x="138" y="42"/>
                    <a:pt x="138" y="42"/>
                  </a:cubicBezTo>
                  <a:cubicBezTo>
                    <a:pt x="136" y="41"/>
                    <a:pt x="136" y="41"/>
                    <a:pt x="136" y="41"/>
                  </a:cubicBezTo>
                  <a:lnTo>
                    <a:pt x="136" y="42"/>
                  </a:lnTo>
                  <a:close/>
                  <a:moveTo>
                    <a:pt x="135" y="39"/>
                  </a:moveTo>
                  <a:cubicBezTo>
                    <a:pt x="135" y="39"/>
                    <a:pt x="135" y="39"/>
                    <a:pt x="135" y="39"/>
                  </a:cubicBezTo>
                  <a:cubicBezTo>
                    <a:pt x="135" y="39"/>
                    <a:pt x="135" y="39"/>
                    <a:pt x="135" y="39"/>
                  </a:cubicBezTo>
                  <a:cubicBezTo>
                    <a:pt x="134" y="39"/>
                    <a:pt x="134" y="39"/>
                    <a:pt x="134" y="39"/>
                  </a:cubicBezTo>
                  <a:lnTo>
                    <a:pt x="135" y="39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0"/>
                    <a:pt x="80" y="20"/>
                    <a:pt x="80" y="20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81" y="19"/>
                    <a:pt x="81" y="19"/>
                    <a:pt x="81" y="19"/>
                  </a:cubicBezTo>
                  <a:cubicBezTo>
                    <a:pt x="79" y="19"/>
                    <a:pt x="79" y="19"/>
                    <a:pt x="79" y="19"/>
                  </a:cubicBezTo>
                  <a:lnTo>
                    <a:pt x="79" y="21"/>
                  </a:lnTo>
                  <a:close/>
                  <a:moveTo>
                    <a:pt x="79" y="24"/>
                  </a:moveTo>
                  <a:cubicBezTo>
                    <a:pt x="79" y="24"/>
                    <a:pt x="79" y="24"/>
                    <a:pt x="79" y="24"/>
                  </a:cubicBezTo>
                  <a:cubicBezTo>
                    <a:pt x="80" y="24"/>
                    <a:pt x="80" y="24"/>
                    <a:pt x="80" y="24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0" y="22"/>
                    <a:pt x="80" y="22"/>
                    <a:pt x="80" y="22"/>
                  </a:cubicBezTo>
                  <a:cubicBezTo>
                    <a:pt x="81" y="22"/>
                    <a:pt x="81" y="22"/>
                    <a:pt x="81" y="22"/>
                  </a:cubicBezTo>
                  <a:cubicBezTo>
                    <a:pt x="81" y="21"/>
                    <a:pt x="81" y="21"/>
                    <a:pt x="81" y="21"/>
                  </a:cubicBezTo>
                  <a:cubicBezTo>
                    <a:pt x="79" y="22"/>
                    <a:pt x="79" y="22"/>
                    <a:pt x="79" y="22"/>
                  </a:cubicBezTo>
                  <a:lnTo>
                    <a:pt x="79" y="24"/>
                  </a:lnTo>
                  <a:close/>
                  <a:moveTo>
                    <a:pt x="139" y="41"/>
                  </a:moveTo>
                  <a:cubicBezTo>
                    <a:pt x="139" y="41"/>
                    <a:pt x="139" y="41"/>
                    <a:pt x="139" y="41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7" y="40"/>
                    <a:pt x="137" y="40"/>
                    <a:pt x="137" y="40"/>
                  </a:cubicBezTo>
                  <a:lnTo>
                    <a:pt x="139" y="41"/>
                  </a:lnTo>
                  <a:close/>
                  <a:moveTo>
                    <a:pt x="79" y="19"/>
                  </a:moveTo>
                  <a:cubicBezTo>
                    <a:pt x="79" y="19"/>
                    <a:pt x="79" y="19"/>
                    <a:pt x="79" y="19"/>
                  </a:cubicBezTo>
                  <a:cubicBezTo>
                    <a:pt x="80" y="19"/>
                    <a:pt x="80" y="19"/>
                    <a:pt x="80" y="19"/>
                  </a:cubicBezTo>
                  <a:cubicBezTo>
                    <a:pt x="80" y="17"/>
                    <a:pt x="80" y="17"/>
                    <a:pt x="80" y="17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0" y="16"/>
                    <a:pt x="80" y="16"/>
                    <a:pt x="80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81" y="16"/>
                    <a:pt x="81" y="16"/>
                    <a:pt x="81" y="16"/>
                  </a:cubicBezTo>
                  <a:cubicBezTo>
                    <a:pt x="79" y="16"/>
                    <a:pt x="79" y="16"/>
                    <a:pt x="79" y="16"/>
                  </a:cubicBezTo>
                  <a:lnTo>
                    <a:pt x="79" y="19"/>
                  </a:lnTo>
                  <a:close/>
                  <a:moveTo>
                    <a:pt x="144" y="42"/>
                  </a:moveTo>
                  <a:cubicBezTo>
                    <a:pt x="144" y="42"/>
                    <a:pt x="144" y="42"/>
                    <a:pt x="144" y="42"/>
                  </a:cubicBezTo>
                  <a:cubicBezTo>
                    <a:pt x="144" y="41"/>
                    <a:pt x="144" y="41"/>
                    <a:pt x="144" y="41"/>
                  </a:cubicBezTo>
                  <a:cubicBezTo>
                    <a:pt x="143" y="41"/>
                    <a:pt x="143" y="41"/>
                    <a:pt x="143" y="41"/>
                  </a:cubicBezTo>
                  <a:lnTo>
                    <a:pt x="144" y="42"/>
                  </a:lnTo>
                  <a:close/>
                  <a:moveTo>
                    <a:pt x="137" y="38"/>
                  </a:moveTo>
                  <a:cubicBezTo>
                    <a:pt x="137" y="38"/>
                    <a:pt x="137" y="38"/>
                    <a:pt x="137" y="38"/>
                  </a:cubicBezTo>
                  <a:cubicBezTo>
                    <a:pt x="140" y="38"/>
                    <a:pt x="140" y="38"/>
                    <a:pt x="140" y="38"/>
                  </a:cubicBezTo>
                  <a:cubicBezTo>
                    <a:pt x="137" y="36"/>
                    <a:pt x="137" y="36"/>
                    <a:pt x="137" y="36"/>
                  </a:cubicBezTo>
                  <a:lnTo>
                    <a:pt x="137" y="38"/>
                  </a:lnTo>
                  <a:close/>
                  <a:moveTo>
                    <a:pt x="107" y="19"/>
                  </a:moveTo>
                  <a:cubicBezTo>
                    <a:pt x="107" y="19"/>
                    <a:pt x="107" y="19"/>
                    <a:pt x="107" y="19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7" y="17"/>
                    <a:pt x="107" y="17"/>
                    <a:pt x="107" y="17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9" y="16"/>
                    <a:pt x="109" y="16"/>
                    <a:pt x="109" y="16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9"/>
                    <a:pt x="106" y="19"/>
                    <a:pt x="106" y="19"/>
                  </a:cubicBezTo>
                  <a:lnTo>
                    <a:pt x="107" y="19"/>
                  </a:lnTo>
                  <a:close/>
                  <a:moveTo>
                    <a:pt x="140" y="36"/>
                  </a:moveTo>
                  <a:cubicBezTo>
                    <a:pt x="140" y="36"/>
                    <a:pt x="140" y="36"/>
                    <a:pt x="140" y="36"/>
                  </a:cubicBezTo>
                  <a:cubicBezTo>
                    <a:pt x="144" y="40"/>
                    <a:pt x="144" y="40"/>
                    <a:pt x="144" y="40"/>
                  </a:cubicBezTo>
                  <a:cubicBezTo>
                    <a:pt x="144" y="35"/>
                    <a:pt x="144" y="35"/>
                    <a:pt x="144" y="35"/>
                  </a:cubicBezTo>
                  <a:lnTo>
                    <a:pt x="140" y="36"/>
                  </a:lnTo>
                  <a:close/>
                  <a:moveTo>
                    <a:pt x="107" y="22"/>
                  </a:moveTo>
                  <a:cubicBezTo>
                    <a:pt x="107" y="22"/>
                    <a:pt x="107" y="22"/>
                    <a:pt x="107" y="22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9" y="19"/>
                    <a:pt x="109" y="19"/>
                    <a:pt x="109" y="19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2"/>
                    <a:pt x="106" y="22"/>
                    <a:pt x="106" y="22"/>
                  </a:cubicBezTo>
                  <a:lnTo>
                    <a:pt x="107" y="22"/>
                  </a:lnTo>
                  <a:close/>
                  <a:moveTo>
                    <a:pt x="107" y="32"/>
                  </a:moveTo>
                  <a:cubicBezTo>
                    <a:pt x="107" y="32"/>
                    <a:pt x="107" y="32"/>
                    <a:pt x="107" y="32"/>
                  </a:cubicBezTo>
                  <a:cubicBezTo>
                    <a:pt x="107" y="30"/>
                    <a:pt x="107" y="30"/>
                    <a:pt x="107" y="30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7" y="29"/>
                    <a:pt x="107" y="29"/>
                    <a:pt x="107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9" y="29"/>
                    <a:pt x="109" y="29"/>
                    <a:pt x="109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32"/>
                    <a:pt x="106" y="32"/>
                    <a:pt x="106" y="32"/>
                  </a:cubicBezTo>
                  <a:lnTo>
                    <a:pt x="107" y="32"/>
                  </a:lnTo>
                  <a:close/>
                  <a:moveTo>
                    <a:pt x="107" y="29"/>
                  </a:moveTo>
                  <a:cubicBezTo>
                    <a:pt x="107" y="29"/>
                    <a:pt x="107" y="29"/>
                    <a:pt x="107" y="29"/>
                  </a:cubicBezTo>
                  <a:cubicBezTo>
                    <a:pt x="107" y="27"/>
                    <a:pt x="107" y="27"/>
                    <a:pt x="107" y="27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7" y="26"/>
                    <a:pt x="107" y="26"/>
                    <a:pt x="107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9" y="26"/>
                    <a:pt x="109" y="26"/>
                    <a:pt x="109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7" y="29"/>
                  </a:lnTo>
                  <a:close/>
                  <a:moveTo>
                    <a:pt x="107" y="25"/>
                  </a:moveTo>
                  <a:cubicBezTo>
                    <a:pt x="107" y="25"/>
                    <a:pt x="107" y="25"/>
                    <a:pt x="107" y="25"/>
                  </a:cubicBezTo>
                  <a:cubicBezTo>
                    <a:pt x="107" y="24"/>
                    <a:pt x="107" y="24"/>
                    <a:pt x="107" y="24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7" y="23"/>
                    <a:pt x="107" y="23"/>
                    <a:pt x="107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6"/>
                    <a:pt x="106" y="26"/>
                    <a:pt x="106" y="26"/>
                  </a:cubicBezTo>
                  <a:lnTo>
                    <a:pt x="107" y="25"/>
                  </a:lnTo>
                  <a:close/>
                  <a:moveTo>
                    <a:pt x="100" y="29"/>
                  </a:moveTo>
                  <a:cubicBezTo>
                    <a:pt x="100" y="29"/>
                    <a:pt x="100" y="29"/>
                    <a:pt x="100" y="29"/>
                  </a:cubicBezTo>
                  <a:cubicBezTo>
                    <a:pt x="101" y="29"/>
                    <a:pt x="101" y="29"/>
                    <a:pt x="101" y="29"/>
                  </a:cubicBezTo>
                  <a:cubicBezTo>
                    <a:pt x="101" y="28"/>
                    <a:pt x="101" y="28"/>
                    <a:pt x="101" y="28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1" y="27"/>
                    <a:pt x="101" y="27"/>
                    <a:pt x="101" y="27"/>
                  </a:cubicBezTo>
                  <a:cubicBezTo>
                    <a:pt x="103" y="27"/>
                    <a:pt x="103" y="27"/>
                    <a:pt x="103" y="27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0" y="27"/>
                    <a:pt x="100" y="27"/>
                    <a:pt x="100" y="27"/>
                  </a:cubicBezTo>
                  <a:lnTo>
                    <a:pt x="100" y="29"/>
                  </a:lnTo>
                  <a:close/>
                  <a:moveTo>
                    <a:pt x="107" y="13"/>
                  </a:moveTo>
                  <a:cubicBezTo>
                    <a:pt x="107" y="13"/>
                    <a:pt x="107" y="13"/>
                    <a:pt x="107" y="13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1"/>
                    <a:pt x="107" y="11"/>
                    <a:pt x="107" y="11"/>
                  </a:cubicBezTo>
                  <a:cubicBezTo>
                    <a:pt x="107" y="10"/>
                    <a:pt x="107" y="10"/>
                    <a:pt x="107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9" y="10"/>
                    <a:pt x="109" y="10"/>
                    <a:pt x="109" y="10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6" y="13"/>
                    <a:pt x="106" y="13"/>
                    <a:pt x="106" y="13"/>
                  </a:cubicBezTo>
                  <a:lnTo>
                    <a:pt x="107" y="13"/>
                  </a:lnTo>
                  <a:close/>
                  <a:moveTo>
                    <a:pt x="107" y="7"/>
                  </a:moveTo>
                  <a:cubicBezTo>
                    <a:pt x="107" y="7"/>
                    <a:pt x="107" y="7"/>
                    <a:pt x="107" y="7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7" y="4"/>
                    <a:pt x="107" y="4"/>
                    <a:pt x="107" y="4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7"/>
                    <a:pt x="106" y="7"/>
                    <a:pt x="106" y="7"/>
                  </a:cubicBezTo>
                  <a:lnTo>
                    <a:pt x="107" y="7"/>
                  </a:lnTo>
                  <a:close/>
                  <a:moveTo>
                    <a:pt x="107" y="2"/>
                  </a:moveTo>
                  <a:cubicBezTo>
                    <a:pt x="107" y="2"/>
                    <a:pt x="107" y="2"/>
                    <a:pt x="107" y="2"/>
                  </a:cubicBezTo>
                  <a:cubicBezTo>
                    <a:pt x="109" y="1"/>
                    <a:pt x="109" y="1"/>
                    <a:pt x="109" y="1"/>
                  </a:cubicBezTo>
                  <a:cubicBezTo>
                    <a:pt x="109" y="4"/>
                    <a:pt x="109" y="4"/>
                    <a:pt x="109" y="4"/>
                  </a:cubicBezTo>
                  <a:cubicBezTo>
                    <a:pt x="107" y="4"/>
                    <a:pt x="107" y="4"/>
                    <a:pt x="107" y="4"/>
                  </a:cubicBezTo>
                  <a:lnTo>
                    <a:pt x="107" y="2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lnTo>
                    <a:pt x="75" y="10"/>
                  </a:lnTo>
                  <a:close/>
                  <a:moveTo>
                    <a:pt x="107" y="10"/>
                  </a:moveTo>
                  <a:cubicBezTo>
                    <a:pt x="107" y="10"/>
                    <a:pt x="107" y="10"/>
                    <a:pt x="107" y="10"/>
                  </a:cubicBezTo>
                  <a:cubicBezTo>
                    <a:pt x="107" y="8"/>
                    <a:pt x="107" y="8"/>
                    <a:pt x="107" y="8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7" y="7"/>
                    <a:pt x="107" y="7"/>
                    <a:pt x="107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9" y="7"/>
                    <a:pt x="109" y="7"/>
                    <a:pt x="109" y="7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6" y="10"/>
                    <a:pt x="106" y="10"/>
                    <a:pt x="106" y="10"/>
                  </a:cubicBezTo>
                  <a:lnTo>
                    <a:pt x="107" y="10"/>
                  </a:lnTo>
                  <a:close/>
                  <a:moveTo>
                    <a:pt x="107" y="16"/>
                  </a:moveTo>
                  <a:cubicBezTo>
                    <a:pt x="107" y="16"/>
                    <a:pt x="107" y="16"/>
                    <a:pt x="107" y="16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4"/>
                    <a:pt x="107" y="14"/>
                    <a:pt x="107" y="14"/>
                  </a:cubicBezTo>
                  <a:cubicBezTo>
                    <a:pt x="107" y="13"/>
                    <a:pt x="107" y="13"/>
                    <a:pt x="107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9" y="13"/>
                    <a:pt x="109" y="13"/>
                    <a:pt x="109" y="13"/>
                  </a:cubicBezTo>
                  <a:cubicBezTo>
                    <a:pt x="106" y="13"/>
                    <a:pt x="106" y="13"/>
                    <a:pt x="106" y="13"/>
                  </a:cubicBezTo>
                  <a:cubicBezTo>
                    <a:pt x="106" y="16"/>
                    <a:pt x="106" y="16"/>
                    <a:pt x="106" y="16"/>
                  </a:cubicBezTo>
                  <a:lnTo>
                    <a:pt x="107" y="16"/>
                  </a:lnTo>
                  <a:close/>
                  <a:moveTo>
                    <a:pt x="77" y="17"/>
                  </a:moveTo>
                  <a:cubicBezTo>
                    <a:pt x="77" y="17"/>
                    <a:pt x="77" y="17"/>
                    <a:pt x="77" y="17"/>
                  </a:cubicBezTo>
                  <a:cubicBezTo>
                    <a:pt x="78" y="16"/>
                    <a:pt x="78" y="16"/>
                    <a:pt x="78" y="1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7" y="14"/>
                    <a:pt x="77" y="14"/>
                    <a:pt x="77" y="14"/>
                  </a:cubicBezTo>
                  <a:lnTo>
                    <a:pt x="77" y="17"/>
                  </a:lnTo>
                  <a:close/>
                  <a:moveTo>
                    <a:pt x="78" y="25"/>
                  </a:move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8" y="25"/>
                    <a:pt x="78" y="25"/>
                    <a:pt x="78" y="25"/>
                  </a:cubicBezTo>
                  <a:cubicBezTo>
                    <a:pt x="79" y="25"/>
                    <a:pt x="79" y="25"/>
                    <a:pt x="79" y="25"/>
                  </a:cubicBezTo>
                  <a:cubicBezTo>
                    <a:pt x="79" y="24"/>
                    <a:pt x="79" y="24"/>
                    <a:pt x="79" y="24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7"/>
                    <a:pt x="77" y="27"/>
                    <a:pt x="77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8" y="25"/>
                  </a:lnTo>
                  <a:close/>
                  <a:moveTo>
                    <a:pt x="78" y="11"/>
                  </a:moveTo>
                  <a:cubicBezTo>
                    <a:pt x="78" y="11"/>
                    <a:pt x="78" y="11"/>
                    <a:pt x="78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8" y="10"/>
                    <a:pt x="78" y="10"/>
                    <a:pt x="78" y="10"/>
                  </a:cubicBezTo>
                  <a:lnTo>
                    <a:pt x="78" y="11"/>
                  </a:lnTo>
                  <a:close/>
                  <a:moveTo>
                    <a:pt x="28" y="40"/>
                  </a:moveTo>
                  <a:cubicBezTo>
                    <a:pt x="28" y="40"/>
                    <a:pt x="28" y="40"/>
                    <a:pt x="28" y="40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3"/>
                    <a:pt x="5" y="53"/>
                    <a:pt x="5" y="53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3"/>
                    <a:pt x="6" y="53"/>
                    <a:pt x="6" y="53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3"/>
                    <a:pt x="7" y="53"/>
                    <a:pt x="7" y="53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3"/>
                    <a:pt x="8" y="53"/>
                    <a:pt x="8" y="53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3"/>
                    <a:pt x="9" y="53"/>
                    <a:pt x="9" y="53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3"/>
                    <a:pt x="10" y="53"/>
                    <a:pt x="10" y="53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3"/>
                    <a:pt x="11" y="53"/>
                    <a:pt x="11" y="53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3"/>
                    <a:pt x="12" y="53"/>
                    <a:pt x="12" y="53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3"/>
                    <a:pt x="13" y="53"/>
                    <a:pt x="13" y="53"/>
                  </a:cubicBezTo>
                  <a:cubicBezTo>
                    <a:pt x="15" y="53"/>
                    <a:pt x="15" y="53"/>
                    <a:pt x="15" y="53"/>
                  </a:cubicBezTo>
                  <a:cubicBezTo>
                    <a:pt x="28" y="53"/>
                    <a:pt x="28" y="53"/>
                    <a:pt x="28" y="53"/>
                  </a:cubicBezTo>
                  <a:lnTo>
                    <a:pt x="28" y="40"/>
                  </a:lnTo>
                  <a:close/>
                  <a:moveTo>
                    <a:pt x="5" y="53"/>
                  </a:moveTo>
                  <a:cubicBezTo>
                    <a:pt x="5" y="53"/>
                    <a:pt x="5" y="53"/>
                    <a:pt x="5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2" y="53"/>
                    <a:pt x="2" y="53"/>
                    <a:pt x="2" y="53"/>
                  </a:cubicBezTo>
                  <a:cubicBezTo>
                    <a:pt x="5" y="53"/>
                    <a:pt x="5" y="53"/>
                    <a:pt x="5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2" y="52"/>
                    <a:pt x="2" y="52"/>
                    <a:pt x="2" y="52"/>
                  </a:cubicBezTo>
                  <a:cubicBezTo>
                    <a:pt x="5" y="52"/>
                    <a:pt x="5" y="52"/>
                    <a:pt x="5" y="52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1"/>
                  </a:moveTo>
                  <a:cubicBezTo>
                    <a:pt x="5" y="51"/>
                    <a:pt x="5" y="51"/>
                    <a:pt x="5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2" y="51"/>
                    <a:pt x="2" y="51"/>
                    <a:pt x="2" y="51"/>
                  </a:cubicBezTo>
                  <a:cubicBezTo>
                    <a:pt x="5" y="51"/>
                    <a:pt x="5" y="51"/>
                    <a:pt x="5" y="51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50"/>
                  </a:moveTo>
                  <a:cubicBezTo>
                    <a:pt x="5" y="50"/>
                    <a:pt x="5" y="50"/>
                    <a:pt x="5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5" y="50"/>
                    <a:pt x="5" y="50"/>
                    <a:pt x="5" y="50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2" y="49"/>
                    <a:pt x="2" y="49"/>
                    <a:pt x="2" y="49"/>
                  </a:cubicBezTo>
                  <a:cubicBezTo>
                    <a:pt x="5" y="49"/>
                    <a:pt x="5" y="49"/>
                    <a:pt x="5" y="49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8"/>
                    <a:pt x="5" y="48"/>
                    <a:pt x="5" y="48"/>
                  </a:cubicBezTo>
                  <a:close/>
                  <a:moveTo>
                    <a:pt x="5" y="48"/>
                  </a:moveTo>
                  <a:cubicBezTo>
                    <a:pt x="5" y="48"/>
                    <a:pt x="5" y="48"/>
                    <a:pt x="5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2" y="48"/>
                    <a:pt x="2" y="48"/>
                    <a:pt x="2" y="48"/>
                  </a:cubicBezTo>
                  <a:cubicBezTo>
                    <a:pt x="5" y="47"/>
                    <a:pt x="5" y="47"/>
                    <a:pt x="5" y="47"/>
                  </a:cubicBezTo>
                  <a:lnTo>
                    <a:pt x="5" y="48"/>
                  </a:ln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7"/>
                    <a:pt x="5" y="47"/>
                    <a:pt x="5" y="47"/>
                  </a:cubicBezTo>
                  <a:close/>
                  <a:moveTo>
                    <a:pt x="5" y="47"/>
                  </a:moveTo>
                  <a:cubicBezTo>
                    <a:pt x="5" y="47"/>
                    <a:pt x="5" y="47"/>
                    <a:pt x="5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2" y="47"/>
                    <a:pt x="2" y="47"/>
                    <a:pt x="2" y="47"/>
                  </a:cubicBezTo>
                  <a:cubicBezTo>
                    <a:pt x="5" y="46"/>
                    <a:pt x="5" y="46"/>
                    <a:pt x="5" y="46"/>
                  </a:cubicBezTo>
                  <a:lnTo>
                    <a:pt x="5" y="47"/>
                  </a:ln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6"/>
                    <a:pt x="5" y="46"/>
                    <a:pt x="5" y="46"/>
                  </a:cubicBezTo>
                  <a:close/>
                  <a:moveTo>
                    <a:pt x="5" y="46"/>
                  </a:moveTo>
                  <a:cubicBezTo>
                    <a:pt x="5" y="46"/>
                    <a:pt x="5" y="46"/>
                    <a:pt x="5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2" y="46"/>
                    <a:pt x="2" y="46"/>
                    <a:pt x="2" y="46"/>
                  </a:cubicBezTo>
                  <a:cubicBezTo>
                    <a:pt x="5" y="45"/>
                    <a:pt x="5" y="45"/>
                    <a:pt x="5" y="45"/>
                  </a:cubicBezTo>
                  <a:lnTo>
                    <a:pt x="5" y="46"/>
                  </a:ln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5" y="45"/>
                    <a:pt x="5" y="45"/>
                    <a:pt x="5" y="45"/>
                  </a:cubicBezTo>
                  <a:close/>
                  <a:moveTo>
                    <a:pt x="5" y="45"/>
                  </a:moveTo>
                  <a:cubicBezTo>
                    <a:pt x="5" y="45"/>
                    <a:pt x="5" y="45"/>
                    <a:pt x="5" y="45"/>
                  </a:cubicBezTo>
                  <a:cubicBezTo>
                    <a:pt x="2" y="45"/>
                    <a:pt x="2" y="45"/>
                    <a:pt x="2" y="45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lnTo>
                    <a:pt x="5" y="45"/>
                  </a:ln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5" y="44"/>
                    <a:pt x="5" y="44"/>
                    <a:pt x="5" y="44"/>
                  </a:cubicBezTo>
                  <a:close/>
                  <a:moveTo>
                    <a:pt x="5" y="44"/>
                  </a:moveTo>
                  <a:cubicBezTo>
                    <a:pt x="5" y="44"/>
                    <a:pt x="5" y="44"/>
                    <a:pt x="5" y="44"/>
                  </a:cubicBezTo>
                  <a:cubicBezTo>
                    <a:pt x="2" y="44"/>
                    <a:pt x="2" y="44"/>
                    <a:pt x="2" y="44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lnTo>
                    <a:pt x="5" y="44"/>
                  </a:ln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5" y="43"/>
                    <a:pt x="5" y="43"/>
                    <a:pt x="5" y="43"/>
                  </a:cubicBezTo>
                  <a:close/>
                  <a:moveTo>
                    <a:pt x="5" y="43"/>
                  </a:moveTo>
                  <a:cubicBezTo>
                    <a:pt x="5" y="43"/>
                    <a:pt x="5" y="43"/>
                    <a:pt x="5" y="43"/>
                  </a:cubicBezTo>
                  <a:cubicBezTo>
                    <a:pt x="3" y="43"/>
                    <a:pt x="3" y="43"/>
                    <a:pt x="3" y="43"/>
                  </a:cubicBezTo>
                  <a:cubicBezTo>
                    <a:pt x="5" y="42"/>
                    <a:pt x="5" y="42"/>
                    <a:pt x="5" y="42"/>
                  </a:cubicBezTo>
                  <a:lnTo>
                    <a:pt x="5" y="43"/>
                  </a:ln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6" y="50"/>
                    <a:pt x="6" y="50"/>
                    <a:pt x="6" y="50"/>
                  </a:cubicBezTo>
                  <a:close/>
                  <a:moveTo>
                    <a:pt x="6" y="50"/>
                  </a:moveTo>
                  <a:cubicBezTo>
                    <a:pt x="6" y="50"/>
                    <a:pt x="6" y="50"/>
                    <a:pt x="6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lnTo>
                    <a:pt x="6" y="50"/>
                  </a:ln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6" y="44"/>
                    <a:pt x="6" y="44"/>
                    <a:pt x="6" y="44"/>
                  </a:cubicBezTo>
                  <a:close/>
                  <a:moveTo>
                    <a:pt x="6" y="44"/>
                  </a:moveTo>
                  <a:cubicBezTo>
                    <a:pt x="6" y="44"/>
                    <a:pt x="6" y="44"/>
                    <a:pt x="6" y="44"/>
                  </a:cubicBezTo>
                  <a:cubicBezTo>
                    <a:pt x="5" y="44"/>
                    <a:pt x="5" y="44"/>
                    <a:pt x="5" y="44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6" y="42"/>
                    <a:pt x="6" y="42"/>
                    <a:pt x="6" y="42"/>
                  </a:cubicBezTo>
                  <a:lnTo>
                    <a:pt x="6" y="44"/>
                  </a:lnTo>
                  <a:close/>
                  <a:moveTo>
                    <a:pt x="6" y="42"/>
                  </a:moveTo>
                  <a:cubicBezTo>
                    <a:pt x="6" y="42"/>
                    <a:pt x="6" y="42"/>
                    <a:pt x="6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5" y="42"/>
                    <a:pt x="5" y="42"/>
                    <a:pt x="5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7" y="50"/>
                    <a:pt x="7" y="50"/>
                    <a:pt x="7" y="50"/>
                  </a:cubicBezTo>
                  <a:close/>
                  <a:moveTo>
                    <a:pt x="7" y="50"/>
                  </a:moveTo>
                  <a:cubicBezTo>
                    <a:pt x="7" y="50"/>
                    <a:pt x="7" y="50"/>
                    <a:pt x="7" y="50"/>
                  </a:cubicBezTo>
                  <a:cubicBezTo>
                    <a:pt x="6" y="50"/>
                    <a:pt x="6" y="50"/>
                    <a:pt x="6" y="50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lnTo>
                    <a:pt x="7" y="50"/>
                  </a:ln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7" y="44"/>
                    <a:pt x="7" y="44"/>
                    <a:pt x="7" y="44"/>
                  </a:cubicBezTo>
                  <a:close/>
                  <a:moveTo>
                    <a:pt x="7" y="44"/>
                  </a:moveTo>
                  <a:cubicBezTo>
                    <a:pt x="7" y="44"/>
                    <a:pt x="7" y="44"/>
                    <a:pt x="7" y="44"/>
                  </a:cubicBezTo>
                  <a:cubicBezTo>
                    <a:pt x="6" y="44"/>
                    <a:pt x="6" y="44"/>
                    <a:pt x="6" y="44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lnTo>
                    <a:pt x="7" y="44"/>
                  </a:lnTo>
                  <a:close/>
                  <a:moveTo>
                    <a:pt x="7" y="42"/>
                  </a:moveTo>
                  <a:cubicBezTo>
                    <a:pt x="7" y="42"/>
                    <a:pt x="7" y="42"/>
                    <a:pt x="7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6" y="42"/>
                    <a:pt x="6" y="42"/>
                    <a:pt x="6" y="42"/>
                  </a:cubicBezTo>
                  <a:cubicBezTo>
                    <a:pt x="7" y="42"/>
                    <a:pt x="7" y="42"/>
                    <a:pt x="7" y="42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8" y="50"/>
                    <a:pt x="8" y="50"/>
                    <a:pt x="8" y="50"/>
                  </a:cubicBezTo>
                  <a:close/>
                  <a:moveTo>
                    <a:pt x="8" y="50"/>
                  </a:moveTo>
                  <a:cubicBezTo>
                    <a:pt x="8" y="50"/>
                    <a:pt x="8" y="50"/>
                    <a:pt x="8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lnTo>
                    <a:pt x="8" y="50"/>
                  </a:ln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8" y="44"/>
                    <a:pt x="8" y="44"/>
                    <a:pt x="8" y="44"/>
                  </a:cubicBezTo>
                  <a:close/>
                  <a:moveTo>
                    <a:pt x="8" y="44"/>
                  </a:moveTo>
                  <a:cubicBezTo>
                    <a:pt x="8" y="44"/>
                    <a:pt x="8" y="44"/>
                    <a:pt x="8" y="44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lnTo>
                    <a:pt x="8" y="44"/>
                  </a:lnTo>
                  <a:close/>
                  <a:moveTo>
                    <a:pt x="8" y="42"/>
                  </a:moveTo>
                  <a:cubicBezTo>
                    <a:pt x="8" y="42"/>
                    <a:pt x="8" y="42"/>
                    <a:pt x="8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7" y="42"/>
                    <a:pt x="7" y="42"/>
                    <a:pt x="7" y="42"/>
                  </a:cubicBezTo>
                  <a:cubicBezTo>
                    <a:pt x="8" y="42"/>
                    <a:pt x="8" y="42"/>
                    <a:pt x="8" y="42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9" y="50"/>
                    <a:pt x="9" y="50"/>
                    <a:pt x="9" y="50"/>
                  </a:cubicBezTo>
                  <a:close/>
                  <a:moveTo>
                    <a:pt x="9" y="50"/>
                  </a:moveTo>
                  <a:cubicBezTo>
                    <a:pt x="9" y="50"/>
                    <a:pt x="9" y="50"/>
                    <a:pt x="9" y="50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lnTo>
                    <a:pt x="9" y="50"/>
                  </a:ln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9" y="44"/>
                    <a:pt x="9" y="44"/>
                    <a:pt x="9" y="44"/>
                  </a:cubicBezTo>
                  <a:close/>
                  <a:moveTo>
                    <a:pt x="9" y="44"/>
                  </a:moveTo>
                  <a:cubicBezTo>
                    <a:pt x="9" y="44"/>
                    <a:pt x="9" y="44"/>
                    <a:pt x="9" y="44"/>
                  </a:cubicBezTo>
                  <a:cubicBezTo>
                    <a:pt x="8" y="44"/>
                    <a:pt x="8" y="44"/>
                    <a:pt x="8" y="44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lnTo>
                    <a:pt x="9" y="44"/>
                  </a:lnTo>
                  <a:close/>
                  <a:moveTo>
                    <a:pt x="9" y="42"/>
                  </a:moveTo>
                  <a:cubicBezTo>
                    <a:pt x="9" y="42"/>
                    <a:pt x="9" y="42"/>
                    <a:pt x="9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9" y="42"/>
                    <a:pt x="9" y="42"/>
                    <a:pt x="9" y="42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10" y="50"/>
                    <a:pt x="10" y="50"/>
                    <a:pt x="10" y="50"/>
                  </a:cubicBezTo>
                  <a:close/>
                  <a:moveTo>
                    <a:pt x="10" y="50"/>
                  </a:moveTo>
                  <a:cubicBezTo>
                    <a:pt x="10" y="50"/>
                    <a:pt x="10" y="50"/>
                    <a:pt x="10" y="50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lnTo>
                    <a:pt x="10" y="50"/>
                  </a:ln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10" y="44"/>
                    <a:pt x="10" y="44"/>
                    <a:pt x="10" y="44"/>
                  </a:cubicBezTo>
                  <a:close/>
                  <a:moveTo>
                    <a:pt x="10" y="44"/>
                  </a:moveTo>
                  <a:cubicBezTo>
                    <a:pt x="10" y="44"/>
                    <a:pt x="10" y="44"/>
                    <a:pt x="10" y="44"/>
                  </a:cubicBezTo>
                  <a:cubicBezTo>
                    <a:pt x="9" y="44"/>
                    <a:pt x="9" y="44"/>
                    <a:pt x="9" y="44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0" y="42"/>
                    <a:pt x="10" y="42"/>
                    <a:pt x="10" y="42"/>
                  </a:cubicBezTo>
                  <a:lnTo>
                    <a:pt x="10" y="44"/>
                  </a:ln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50"/>
                    <a:pt x="10" y="50"/>
                    <a:pt x="10" y="50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lnTo>
                    <a:pt x="11" y="50"/>
                  </a:lnTo>
                  <a:close/>
                  <a:moveTo>
                    <a:pt x="11" y="44"/>
                  </a:moveTo>
                  <a:cubicBezTo>
                    <a:pt x="11" y="44"/>
                    <a:pt x="11" y="44"/>
                    <a:pt x="11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1" y="44"/>
                    <a:pt x="11" y="44"/>
                    <a:pt x="11" y="44"/>
                  </a:cubicBezTo>
                  <a:close/>
                  <a:moveTo>
                    <a:pt x="11" y="43"/>
                  </a:moveTo>
                  <a:cubicBezTo>
                    <a:pt x="11" y="43"/>
                    <a:pt x="11" y="43"/>
                    <a:pt x="11" y="43"/>
                  </a:cubicBezTo>
                  <a:cubicBezTo>
                    <a:pt x="10" y="44"/>
                    <a:pt x="10" y="44"/>
                    <a:pt x="10" y="44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1" y="42"/>
                    <a:pt x="11" y="42"/>
                    <a:pt x="11" y="42"/>
                  </a:cubicBezTo>
                  <a:lnTo>
                    <a:pt x="11" y="43"/>
                  </a:ln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2" y="50"/>
                    <a:pt x="12" y="50"/>
                    <a:pt x="12" y="50"/>
                  </a:cubicBezTo>
                  <a:close/>
                  <a:moveTo>
                    <a:pt x="12" y="50"/>
                  </a:moveTo>
                  <a:cubicBezTo>
                    <a:pt x="12" y="50"/>
                    <a:pt x="12" y="50"/>
                    <a:pt x="12" y="50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4"/>
                    <a:pt x="12" y="44"/>
                    <a:pt x="12" y="44"/>
                  </a:cubicBezTo>
                  <a:lnTo>
                    <a:pt x="12" y="50"/>
                  </a:lnTo>
                  <a:close/>
                  <a:moveTo>
                    <a:pt x="12" y="44"/>
                  </a:moveTo>
                  <a:cubicBezTo>
                    <a:pt x="12" y="44"/>
                    <a:pt x="12" y="44"/>
                    <a:pt x="12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12" y="43"/>
                    <a:pt x="12" y="43"/>
                    <a:pt x="12" y="43"/>
                  </a:cubicBezTo>
                  <a:lnTo>
                    <a:pt x="12" y="44"/>
                  </a:lnTo>
                  <a:close/>
                  <a:moveTo>
                    <a:pt x="12" y="43"/>
                  </a:moveTo>
                  <a:cubicBezTo>
                    <a:pt x="12" y="43"/>
                    <a:pt x="12" y="43"/>
                    <a:pt x="12" y="43"/>
                  </a:cubicBezTo>
                  <a:cubicBezTo>
                    <a:pt x="11" y="43"/>
                    <a:pt x="11" y="43"/>
                    <a:pt x="11" y="43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2" y="42"/>
                    <a:pt x="12" y="42"/>
                    <a:pt x="12" y="42"/>
                  </a:cubicBezTo>
                  <a:lnTo>
                    <a:pt x="12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2" y="50"/>
                    <a:pt x="12" y="50"/>
                    <a:pt x="12" y="50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2" y="44"/>
                    <a:pt x="12" y="44"/>
                    <a:pt x="12" y="44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lose/>
                  <a:moveTo>
                    <a:pt x="13" y="50"/>
                  </a:moveTo>
                  <a:cubicBezTo>
                    <a:pt x="13" y="50"/>
                    <a:pt x="13" y="50"/>
                    <a:pt x="13" y="50"/>
                  </a:cubicBezTo>
                  <a:cubicBezTo>
                    <a:pt x="13" y="50"/>
                    <a:pt x="13" y="50"/>
                    <a:pt x="13" y="50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13" y="50"/>
                  </a:lnTo>
                  <a:close/>
                  <a:moveTo>
                    <a:pt x="13" y="44"/>
                  </a:moveTo>
                  <a:cubicBezTo>
                    <a:pt x="13" y="44"/>
                    <a:pt x="13" y="44"/>
                    <a:pt x="13" y="44"/>
                  </a:cubicBezTo>
                  <a:cubicBezTo>
                    <a:pt x="13" y="44"/>
                    <a:pt x="13" y="44"/>
                    <a:pt x="13" y="44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lnTo>
                    <a:pt x="13" y="44"/>
                  </a:lnTo>
                  <a:close/>
                  <a:moveTo>
                    <a:pt x="13" y="43"/>
                  </a:moveTo>
                  <a:cubicBezTo>
                    <a:pt x="13" y="43"/>
                    <a:pt x="13" y="43"/>
                    <a:pt x="13" y="43"/>
                  </a:cubicBezTo>
                  <a:cubicBezTo>
                    <a:pt x="13" y="43"/>
                    <a:pt x="13" y="43"/>
                    <a:pt x="13" y="4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lnTo>
                    <a:pt x="13" y="43"/>
                  </a:ln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1" y="42"/>
                    <a:pt x="11" y="42"/>
                    <a:pt x="11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10" y="42"/>
                    <a:pt x="10" y="42"/>
                    <a:pt x="10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9" y="42"/>
                    <a:pt x="9" y="42"/>
                    <a:pt x="9" y="42"/>
                  </a:cubicBezTo>
                  <a:cubicBezTo>
                    <a:pt x="13" y="42"/>
                    <a:pt x="13" y="42"/>
                    <a:pt x="13" y="42"/>
                  </a:cubicBezTo>
                  <a:close/>
                  <a:moveTo>
                    <a:pt x="13" y="42"/>
                  </a:moveTo>
                  <a:cubicBezTo>
                    <a:pt x="13" y="42"/>
                    <a:pt x="13" y="42"/>
                    <a:pt x="13" y="42"/>
                  </a:cubicBezTo>
                  <a:cubicBezTo>
                    <a:pt x="8" y="42"/>
                    <a:pt x="8" y="42"/>
                    <a:pt x="8" y="42"/>
                  </a:cubicBezTo>
                  <a:cubicBezTo>
                    <a:pt x="13" y="41"/>
                    <a:pt x="13" y="41"/>
                    <a:pt x="13" y="41"/>
                  </a:cubicBezTo>
                  <a:lnTo>
                    <a:pt x="13" y="42"/>
                  </a:lnTo>
                  <a:close/>
                  <a:moveTo>
                    <a:pt x="13" y="53"/>
                  </a:moveTo>
                  <a:cubicBezTo>
                    <a:pt x="13" y="53"/>
                    <a:pt x="13" y="53"/>
                    <a:pt x="13" y="53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" y="42"/>
                    <a:pt x="1" y="42"/>
                    <a:pt x="1" y="42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53"/>
                    <a:pt x="1" y="53"/>
                    <a:pt x="1" y="53"/>
                  </a:cubicBezTo>
                  <a:cubicBezTo>
                    <a:pt x="1" y="40"/>
                    <a:pt x="1" y="40"/>
                    <a:pt x="1" y="40"/>
                  </a:cubicBezTo>
                  <a:cubicBezTo>
                    <a:pt x="15" y="38"/>
                    <a:pt x="15" y="38"/>
                    <a:pt x="15" y="38"/>
                  </a:cubicBezTo>
                  <a:cubicBezTo>
                    <a:pt x="15" y="53"/>
                    <a:pt x="15" y="53"/>
                    <a:pt x="15" y="53"/>
                  </a:cubicBezTo>
                  <a:lnTo>
                    <a:pt x="13" y="53"/>
                  </a:lnTo>
                  <a:close/>
                  <a:moveTo>
                    <a:pt x="77" y="22"/>
                  </a:moveTo>
                  <a:cubicBezTo>
                    <a:pt x="77" y="22"/>
                    <a:pt x="77" y="22"/>
                    <a:pt x="77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20"/>
                    <a:pt x="78" y="20"/>
                    <a:pt x="78" y="20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9" y="19"/>
                    <a:pt x="79" y="19"/>
                    <a:pt x="79" y="19"/>
                  </a:cubicBezTo>
                  <a:cubicBezTo>
                    <a:pt x="77" y="19"/>
                    <a:pt x="77" y="19"/>
                    <a:pt x="77" y="19"/>
                  </a:cubicBezTo>
                  <a:lnTo>
                    <a:pt x="77" y="22"/>
                  </a:lnTo>
                  <a:close/>
                  <a:moveTo>
                    <a:pt x="77" y="19"/>
                  </a:moveTo>
                  <a:cubicBezTo>
                    <a:pt x="77" y="19"/>
                    <a:pt x="77" y="19"/>
                    <a:pt x="77" y="19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78" y="18"/>
                    <a:pt x="78" y="18"/>
                    <a:pt x="78" y="18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8" y="17"/>
                    <a:pt x="78" y="17"/>
                    <a:pt x="78" y="17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77" y="17"/>
                    <a:pt x="77" y="17"/>
                    <a:pt x="77" y="17"/>
                  </a:cubicBezTo>
                  <a:lnTo>
                    <a:pt x="77" y="19"/>
                  </a:lnTo>
                  <a:close/>
                  <a:moveTo>
                    <a:pt x="77" y="35"/>
                  </a:moveTo>
                  <a:cubicBezTo>
                    <a:pt x="77" y="35"/>
                    <a:pt x="77" y="35"/>
                    <a:pt x="77" y="35"/>
                  </a:cubicBezTo>
                  <a:cubicBezTo>
                    <a:pt x="78" y="35"/>
                    <a:pt x="78" y="35"/>
                    <a:pt x="78" y="35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79" y="33"/>
                    <a:pt x="79" y="33"/>
                    <a:pt x="79" y="33"/>
                  </a:cubicBezTo>
                  <a:cubicBezTo>
                    <a:pt x="79" y="32"/>
                    <a:pt x="79" y="32"/>
                    <a:pt x="79" y="32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35"/>
                  </a:lnTo>
                  <a:close/>
                  <a:moveTo>
                    <a:pt x="77" y="32"/>
                  </a:moveTo>
                  <a:cubicBezTo>
                    <a:pt x="77" y="32"/>
                    <a:pt x="77" y="32"/>
                    <a:pt x="77" y="32"/>
                  </a:cubicBezTo>
                  <a:cubicBezTo>
                    <a:pt x="78" y="32"/>
                    <a:pt x="78" y="32"/>
                    <a:pt x="78" y="32"/>
                  </a:cubicBezTo>
                  <a:cubicBezTo>
                    <a:pt x="78" y="31"/>
                    <a:pt x="78" y="31"/>
                    <a:pt x="78" y="31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9" y="30"/>
                    <a:pt x="79" y="30"/>
                    <a:pt x="79" y="30"/>
                  </a:cubicBezTo>
                  <a:cubicBezTo>
                    <a:pt x="77" y="30"/>
                    <a:pt x="77" y="30"/>
                    <a:pt x="77" y="30"/>
                  </a:cubicBezTo>
                  <a:lnTo>
                    <a:pt x="77" y="32"/>
                  </a:lnTo>
                  <a:close/>
                  <a:moveTo>
                    <a:pt x="77" y="24"/>
                  </a:moveTo>
                  <a:cubicBezTo>
                    <a:pt x="77" y="24"/>
                    <a:pt x="77" y="24"/>
                    <a:pt x="77" y="24"/>
                  </a:cubicBezTo>
                  <a:cubicBezTo>
                    <a:pt x="78" y="24"/>
                    <a:pt x="78" y="24"/>
                    <a:pt x="78" y="24"/>
                  </a:cubicBezTo>
                  <a:cubicBezTo>
                    <a:pt x="78" y="23"/>
                    <a:pt x="78" y="23"/>
                    <a:pt x="78" y="23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8" y="22"/>
                    <a:pt x="78" y="22"/>
                    <a:pt x="78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9" y="22"/>
                    <a:pt x="79" y="22"/>
                    <a:pt x="79" y="22"/>
                  </a:cubicBezTo>
                  <a:cubicBezTo>
                    <a:pt x="77" y="22"/>
                    <a:pt x="77" y="22"/>
                    <a:pt x="77" y="22"/>
                  </a:cubicBezTo>
                  <a:lnTo>
                    <a:pt x="77" y="24"/>
                  </a:lnTo>
                  <a:close/>
                  <a:moveTo>
                    <a:pt x="77" y="30"/>
                  </a:moveTo>
                  <a:cubicBezTo>
                    <a:pt x="77" y="30"/>
                    <a:pt x="77" y="30"/>
                    <a:pt x="77" y="30"/>
                  </a:cubicBezTo>
                  <a:cubicBezTo>
                    <a:pt x="78" y="30"/>
                    <a:pt x="78" y="30"/>
                    <a:pt x="78" y="30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8"/>
                    <a:pt x="78" y="28"/>
                    <a:pt x="78" y="28"/>
                  </a:cubicBezTo>
                  <a:cubicBezTo>
                    <a:pt x="78" y="27"/>
                    <a:pt x="78" y="27"/>
                    <a:pt x="78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9" y="27"/>
                    <a:pt x="79" y="27"/>
                    <a:pt x="79" y="27"/>
                  </a:cubicBezTo>
                  <a:cubicBezTo>
                    <a:pt x="77" y="27"/>
                    <a:pt x="77" y="27"/>
                    <a:pt x="77" y="27"/>
                  </a:cubicBezTo>
                  <a:lnTo>
                    <a:pt x="77" y="30"/>
                  </a:ln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2"/>
                    <a:pt x="47" y="42"/>
                    <a:pt x="47" y="42"/>
                  </a:cubicBezTo>
                  <a:close/>
                  <a:moveTo>
                    <a:pt x="79" y="43"/>
                  </a:moveTo>
                  <a:cubicBezTo>
                    <a:pt x="79" y="43"/>
                    <a:pt x="79" y="43"/>
                    <a:pt x="79" y="43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79" y="42"/>
                    <a:pt x="79" y="42"/>
                    <a:pt x="79" y="42"/>
                  </a:cubicBezTo>
                  <a:lnTo>
                    <a:pt x="79" y="43"/>
                  </a:lnTo>
                  <a:close/>
                  <a:moveTo>
                    <a:pt x="79" y="39"/>
                  </a:moveTo>
                  <a:cubicBezTo>
                    <a:pt x="79" y="39"/>
                    <a:pt x="79" y="39"/>
                    <a:pt x="79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79" y="38"/>
                    <a:pt x="79" y="38"/>
                    <a:pt x="79" y="38"/>
                  </a:cubicBezTo>
                  <a:lnTo>
                    <a:pt x="79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1" y="42"/>
                    <a:pt x="71" y="42"/>
                    <a:pt x="71" y="42"/>
                  </a:cubicBezTo>
                  <a:lnTo>
                    <a:pt x="71" y="43"/>
                  </a:lnTo>
                  <a:close/>
                  <a:moveTo>
                    <a:pt x="83" y="37"/>
                  </a:moveTo>
                  <a:cubicBezTo>
                    <a:pt x="83" y="37"/>
                    <a:pt x="83" y="37"/>
                    <a:pt x="83" y="37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3" y="37"/>
                    <a:pt x="83" y="37"/>
                    <a:pt x="83" y="37"/>
                  </a:cubicBezTo>
                  <a:close/>
                  <a:moveTo>
                    <a:pt x="83" y="43"/>
                  </a:moveTo>
                  <a:cubicBezTo>
                    <a:pt x="83" y="43"/>
                    <a:pt x="83" y="43"/>
                    <a:pt x="83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8" y="43"/>
                    <a:pt x="88" y="43"/>
                    <a:pt x="88" y="43"/>
                  </a:cubicBezTo>
                  <a:cubicBezTo>
                    <a:pt x="83" y="43"/>
                    <a:pt x="83" y="43"/>
                    <a:pt x="83" y="43"/>
                  </a:cubicBezTo>
                  <a:close/>
                  <a:moveTo>
                    <a:pt x="79" y="40"/>
                  </a:moveTo>
                  <a:cubicBezTo>
                    <a:pt x="79" y="40"/>
                    <a:pt x="79" y="40"/>
                    <a:pt x="79" y="40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79" y="39"/>
                    <a:pt x="79" y="39"/>
                    <a:pt x="79" y="39"/>
                  </a:cubicBezTo>
                  <a:lnTo>
                    <a:pt x="79" y="40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79" y="40"/>
                    <a:pt x="79" y="40"/>
                    <a:pt x="79" y="40"/>
                  </a:cubicBezTo>
                  <a:lnTo>
                    <a:pt x="79" y="41"/>
                  </a:lnTo>
                  <a:close/>
                  <a:moveTo>
                    <a:pt x="79" y="41"/>
                  </a:moveTo>
                  <a:cubicBezTo>
                    <a:pt x="79" y="41"/>
                    <a:pt x="79" y="41"/>
                    <a:pt x="79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1"/>
                    <a:pt x="79" y="41"/>
                    <a:pt x="79" y="41"/>
                  </a:cubicBezTo>
                  <a:close/>
                  <a:moveTo>
                    <a:pt x="79" y="42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3" y="41"/>
                    <a:pt x="83" y="41"/>
                    <a:pt x="83" y="41"/>
                  </a:cubicBezTo>
                  <a:cubicBezTo>
                    <a:pt x="79" y="42"/>
                    <a:pt x="79" y="42"/>
                    <a:pt x="79" y="42"/>
                  </a:cubicBez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8" y="41"/>
                    <a:pt x="88" y="41"/>
                    <a:pt x="88" y="41"/>
                  </a:cubicBezTo>
                  <a:cubicBezTo>
                    <a:pt x="83" y="41"/>
                    <a:pt x="83" y="41"/>
                    <a:pt x="83" y="41"/>
                  </a:cubicBezTo>
                  <a:lnTo>
                    <a:pt x="83" y="42"/>
                  </a:lnTo>
                  <a:close/>
                  <a:moveTo>
                    <a:pt x="88" y="36"/>
                  </a:moveTo>
                  <a:cubicBezTo>
                    <a:pt x="88" y="36"/>
                    <a:pt x="88" y="36"/>
                    <a:pt x="88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3" y="36"/>
                    <a:pt x="83" y="36"/>
                    <a:pt x="83" y="36"/>
                  </a:cubicBezTo>
                  <a:cubicBezTo>
                    <a:pt x="88" y="36"/>
                    <a:pt x="88" y="36"/>
                    <a:pt x="88" y="36"/>
                  </a:cubicBezTo>
                  <a:close/>
                  <a:moveTo>
                    <a:pt x="83" y="41"/>
                  </a:moveTo>
                  <a:cubicBezTo>
                    <a:pt x="83" y="41"/>
                    <a:pt x="83" y="41"/>
                    <a:pt x="83" y="41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3" y="40"/>
                    <a:pt x="83" y="40"/>
                    <a:pt x="83" y="40"/>
                  </a:cubicBezTo>
                  <a:lnTo>
                    <a:pt x="83" y="41"/>
                  </a:lnTo>
                  <a:close/>
                  <a:moveTo>
                    <a:pt x="83" y="42"/>
                  </a:moveTo>
                  <a:cubicBezTo>
                    <a:pt x="83" y="42"/>
                    <a:pt x="83" y="42"/>
                    <a:pt x="83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8" y="42"/>
                    <a:pt x="88" y="42"/>
                    <a:pt x="88" y="42"/>
                  </a:cubicBezTo>
                  <a:cubicBezTo>
                    <a:pt x="83" y="42"/>
                    <a:pt x="83" y="42"/>
                    <a:pt x="83" y="42"/>
                  </a:cubicBezTo>
                  <a:close/>
                  <a:moveTo>
                    <a:pt x="83" y="38"/>
                  </a:moveTo>
                  <a:cubicBezTo>
                    <a:pt x="83" y="38"/>
                    <a:pt x="83" y="38"/>
                    <a:pt x="83" y="38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8" y="37"/>
                    <a:pt x="88" y="37"/>
                    <a:pt x="88" y="37"/>
                  </a:cubicBezTo>
                  <a:cubicBezTo>
                    <a:pt x="83" y="38"/>
                    <a:pt x="83" y="38"/>
                    <a:pt x="83" y="38"/>
                  </a:cubicBezTo>
                  <a:close/>
                  <a:moveTo>
                    <a:pt x="83" y="40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3" y="40"/>
                    <a:pt x="83" y="40"/>
                    <a:pt x="83" y="40"/>
                  </a:cubicBezTo>
                  <a:close/>
                  <a:moveTo>
                    <a:pt x="83" y="39"/>
                  </a:moveTo>
                  <a:cubicBezTo>
                    <a:pt x="83" y="39"/>
                    <a:pt x="83" y="39"/>
                    <a:pt x="83" y="39"/>
                  </a:cubicBezTo>
                  <a:cubicBezTo>
                    <a:pt x="88" y="39"/>
                    <a:pt x="88" y="39"/>
                    <a:pt x="88" y="39"/>
                  </a:cubicBezTo>
                  <a:cubicBezTo>
                    <a:pt x="88" y="38"/>
                    <a:pt x="88" y="38"/>
                    <a:pt x="88" y="38"/>
                  </a:cubicBezTo>
                  <a:cubicBezTo>
                    <a:pt x="83" y="39"/>
                    <a:pt x="83" y="39"/>
                    <a:pt x="83" y="39"/>
                  </a:cubicBezTo>
                  <a:close/>
                  <a:moveTo>
                    <a:pt x="79" y="45"/>
                  </a:moveTo>
                  <a:cubicBezTo>
                    <a:pt x="79" y="45"/>
                    <a:pt x="79" y="45"/>
                    <a:pt x="79" y="45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79" y="44"/>
                    <a:pt x="79" y="44"/>
                    <a:pt x="79" y="44"/>
                  </a:cubicBezTo>
                  <a:lnTo>
                    <a:pt x="79" y="45"/>
                  </a:lnTo>
                  <a:close/>
                  <a:moveTo>
                    <a:pt x="75" y="38"/>
                  </a:moveTo>
                  <a:cubicBezTo>
                    <a:pt x="75" y="38"/>
                    <a:pt x="75" y="38"/>
                    <a:pt x="75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5" y="38"/>
                    <a:pt x="75" y="38"/>
                    <a:pt x="75" y="38"/>
                  </a:cubicBezTo>
                  <a:close/>
                  <a:moveTo>
                    <a:pt x="79" y="37"/>
                  </a:moveTo>
                  <a:cubicBezTo>
                    <a:pt x="79" y="37"/>
                    <a:pt x="79" y="37"/>
                    <a:pt x="79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5" y="37"/>
                    <a:pt x="75" y="37"/>
                    <a:pt x="75" y="37"/>
                  </a:cubicBezTo>
                  <a:cubicBezTo>
                    <a:pt x="79" y="37"/>
                    <a:pt x="79" y="37"/>
                    <a:pt x="79" y="37"/>
                  </a:cubicBezTo>
                  <a:close/>
                  <a:moveTo>
                    <a:pt x="75" y="39"/>
                  </a:moveTo>
                  <a:cubicBezTo>
                    <a:pt x="75" y="39"/>
                    <a:pt x="75" y="39"/>
                    <a:pt x="75" y="39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9" y="38"/>
                    <a:pt x="79" y="38"/>
                    <a:pt x="79" y="38"/>
                  </a:cubicBezTo>
                  <a:cubicBezTo>
                    <a:pt x="75" y="38"/>
                    <a:pt x="75" y="38"/>
                    <a:pt x="75" y="38"/>
                  </a:cubicBezTo>
                  <a:lnTo>
                    <a:pt x="75" y="39"/>
                  </a:lnTo>
                  <a:close/>
                  <a:moveTo>
                    <a:pt x="71" y="43"/>
                  </a:moveTo>
                  <a:cubicBezTo>
                    <a:pt x="71" y="43"/>
                    <a:pt x="71" y="43"/>
                    <a:pt x="71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4" y="43"/>
                    <a:pt x="74" y="43"/>
                    <a:pt x="74" y="43"/>
                  </a:cubicBezTo>
                  <a:cubicBezTo>
                    <a:pt x="71" y="43"/>
                    <a:pt x="71" y="43"/>
                    <a:pt x="71" y="43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5" y="39"/>
                    <a:pt x="75" y="39"/>
                    <a:pt x="75" y="39"/>
                  </a:cubicBezTo>
                  <a:lnTo>
                    <a:pt x="75" y="40"/>
                  </a:lnTo>
                  <a:close/>
                  <a:moveTo>
                    <a:pt x="83" y="36"/>
                  </a:moveTo>
                  <a:cubicBezTo>
                    <a:pt x="83" y="36"/>
                    <a:pt x="83" y="36"/>
                    <a:pt x="83" y="36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79" y="37"/>
                    <a:pt x="79" y="37"/>
                    <a:pt x="79" y="37"/>
                  </a:cubicBezTo>
                  <a:cubicBezTo>
                    <a:pt x="83" y="37"/>
                    <a:pt x="83" y="37"/>
                    <a:pt x="83" y="37"/>
                  </a:cubicBezTo>
                  <a:lnTo>
                    <a:pt x="83" y="36"/>
                  </a:lnTo>
                  <a:close/>
                  <a:moveTo>
                    <a:pt x="71" y="45"/>
                  </a:moveTo>
                  <a:cubicBezTo>
                    <a:pt x="71" y="45"/>
                    <a:pt x="71" y="45"/>
                    <a:pt x="71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4" y="45"/>
                    <a:pt x="74" y="45"/>
                    <a:pt x="74" y="45"/>
                  </a:cubicBezTo>
                  <a:cubicBezTo>
                    <a:pt x="71" y="45"/>
                    <a:pt x="71" y="45"/>
                    <a:pt x="71" y="45"/>
                  </a:cubicBezTo>
                  <a:close/>
                  <a:moveTo>
                    <a:pt x="71" y="44"/>
                  </a:moveTo>
                  <a:cubicBezTo>
                    <a:pt x="71" y="44"/>
                    <a:pt x="71" y="44"/>
                    <a:pt x="71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4" y="44"/>
                    <a:pt x="74" y="44"/>
                    <a:pt x="74" y="44"/>
                  </a:cubicBezTo>
                  <a:cubicBezTo>
                    <a:pt x="71" y="44"/>
                    <a:pt x="71" y="44"/>
                    <a:pt x="71" y="44"/>
                  </a:cubicBezTo>
                  <a:close/>
                  <a:moveTo>
                    <a:pt x="75" y="40"/>
                  </a:moveTo>
                  <a:cubicBezTo>
                    <a:pt x="75" y="40"/>
                    <a:pt x="75" y="40"/>
                    <a:pt x="75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5" y="40"/>
                    <a:pt x="75" y="40"/>
                    <a:pt x="75" y="40"/>
                  </a:cubicBezTo>
                  <a:close/>
                  <a:moveTo>
                    <a:pt x="75" y="44"/>
                  </a:moveTo>
                  <a:cubicBezTo>
                    <a:pt x="75" y="44"/>
                    <a:pt x="75" y="44"/>
                    <a:pt x="75" y="44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5" y="43"/>
                    <a:pt x="75" y="43"/>
                    <a:pt x="75" y="43"/>
                  </a:cubicBezTo>
                  <a:lnTo>
                    <a:pt x="75" y="44"/>
                  </a:lnTo>
                  <a:close/>
                  <a:moveTo>
                    <a:pt x="79" y="38"/>
                  </a:moveTo>
                  <a:cubicBezTo>
                    <a:pt x="79" y="38"/>
                    <a:pt x="79" y="38"/>
                    <a:pt x="79" y="38"/>
                  </a:cubicBezTo>
                  <a:cubicBezTo>
                    <a:pt x="83" y="38"/>
                    <a:pt x="83" y="38"/>
                    <a:pt x="83" y="38"/>
                  </a:cubicBezTo>
                  <a:cubicBezTo>
                    <a:pt x="83" y="37"/>
                    <a:pt x="83" y="37"/>
                    <a:pt x="83" y="37"/>
                  </a:cubicBezTo>
                  <a:cubicBezTo>
                    <a:pt x="79" y="37"/>
                    <a:pt x="79" y="37"/>
                    <a:pt x="79" y="37"/>
                  </a:cubicBezTo>
                  <a:lnTo>
                    <a:pt x="79" y="38"/>
                  </a:lnTo>
                  <a:close/>
                  <a:moveTo>
                    <a:pt x="75" y="45"/>
                  </a:moveTo>
                  <a:cubicBezTo>
                    <a:pt x="75" y="45"/>
                    <a:pt x="75" y="45"/>
                    <a:pt x="75" y="45"/>
                  </a:cubicBezTo>
                  <a:cubicBezTo>
                    <a:pt x="79" y="45"/>
                    <a:pt x="79" y="45"/>
                    <a:pt x="79" y="45"/>
                  </a:cubicBezTo>
                  <a:cubicBezTo>
                    <a:pt x="79" y="44"/>
                    <a:pt x="79" y="44"/>
                    <a:pt x="79" y="44"/>
                  </a:cubicBezTo>
                  <a:cubicBezTo>
                    <a:pt x="75" y="44"/>
                    <a:pt x="75" y="44"/>
                    <a:pt x="75" y="44"/>
                  </a:cubicBezTo>
                  <a:lnTo>
                    <a:pt x="75" y="45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9" y="41"/>
                    <a:pt x="79" y="41"/>
                    <a:pt x="79" y="41"/>
                  </a:cubicBezTo>
                  <a:cubicBezTo>
                    <a:pt x="75" y="41"/>
                    <a:pt x="75" y="41"/>
                    <a:pt x="75" y="41"/>
                  </a:cubicBezTo>
                  <a:close/>
                  <a:moveTo>
                    <a:pt x="75" y="42"/>
                  </a:moveTo>
                  <a:cubicBezTo>
                    <a:pt x="75" y="42"/>
                    <a:pt x="75" y="42"/>
                    <a:pt x="75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2"/>
                    <a:pt x="75" y="42"/>
                    <a:pt x="75" y="42"/>
                  </a:cubicBezTo>
                  <a:close/>
                  <a:moveTo>
                    <a:pt x="75" y="43"/>
                  </a:moveTo>
                  <a:cubicBezTo>
                    <a:pt x="75" y="43"/>
                    <a:pt x="75" y="43"/>
                    <a:pt x="75" y="43"/>
                  </a:cubicBezTo>
                  <a:cubicBezTo>
                    <a:pt x="79" y="43"/>
                    <a:pt x="79" y="43"/>
                    <a:pt x="79" y="43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5" y="43"/>
                    <a:pt x="75" y="43"/>
                    <a:pt x="75" y="43"/>
                  </a:cubicBezTo>
                  <a:close/>
                  <a:moveTo>
                    <a:pt x="79" y="44"/>
                  </a:moveTo>
                  <a:cubicBezTo>
                    <a:pt x="79" y="44"/>
                    <a:pt x="79" y="44"/>
                    <a:pt x="79" y="44"/>
                  </a:cubicBezTo>
                  <a:cubicBezTo>
                    <a:pt x="83" y="44"/>
                    <a:pt x="83" y="44"/>
                    <a:pt x="83" y="44"/>
                  </a:cubicBezTo>
                  <a:cubicBezTo>
                    <a:pt x="83" y="43"/>
                    <a:pt x="83" y="43"/>
                    <a:pt x="83" y="43"/>
                  </a:cubicBezTo>
                  <a:cubicBezTo>
                    <a:pt x="79" y="43"/>
                    <a:pt x="79" y="43"/>
                    <a:pt x="79" y="43"/>
                  </a:cubicBezTo>
                  <a:lnTo>
                    <a:pt x="79" y="44"/>
                  </a:lnTo>
                  <a:close/>
                  <a:moveTo>
                    <a:pt x="98" y="36"/>
                  </a:moveTo>
                  <a:cubicBezTo>
                    <a:pt x="98" y="36"/>
                    <a:pt x="98" y="36"/>
                    <a:pt x="98" y="36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103" y="35"/>
                    <a:pt x="103" y="35"/>
                    <a:pt x="103" y="35"/>
                  </a:cubicBezTo>
                  <a:cubicBezTo>
                    <a:pt x="98" y="36"/>
                    <a:pt x="98" y="36"/>
                    <a:pt x="98" y="36"/>
                  </a:cubicBezTo>
                  <a:close/>
                  <a:moveTo>
                    <a:pt x="103" y="34"/>
                  </a:moveTo>
                  <a:cubicBezTo>
                    <a:pt x="103" y="34"/>
                    <a:pt x="103" y="34"/>
                    <a:pt x="103" y="34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98" y="35"/>
                    <a:pt x="98" y="35"/>
                    <a:pt x="98" y="35"/>
                  </a:cubicBezTo>
                  <a:cubicBezTo>
                    <a:pt x="103" y="35"/>
                    <a:pt x="103" y="35"/>
                    <a:pt x="103" y="35"/>
                  </a:cubicBezTo>
                  <a:lnTo>
                    <a:pt x="103" y="34"/>
                  </a:lnTo>
                  <a:close/>
                  <a:moveTo>
                    <a:pt x="98" y="37"/>
                  </a:moveTo>
                  <a:cubicBezTo>
                    <a:pt x="98" y="37"/>
                    <a:pt x="98" y="37"/>
                    <a:pt x="98" y="37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103" y="36"/>
                    <a:pt x="103" y="36"/>
                    <a:pt x="103" y="36"/>
                  </a:cubicBezTo>
                  <a:cubicBezTo>
                    <a:pt x="98" y="37"/>
                    <a:pt x="98" y="37"/>
                    <a:pt x="98" y="37"/>
                  </a:cubicBezTo>
                  <a:close/>
                  <a:moveTo>
                    <a:pt x="93" y="44"/>
                  </a:moveTo>
                  <a:cubicBezTo>
                    <a:pt x="93" y="44"/>
                    <a:pt x="93" y="44"/>
                    <a:pt x="93" y="44"/>
                  </a:cubicBezTo>
                  <a:cubicBezTo>
                    <a:pt x="98" y="44"/>
                    <a:pt x="98" y="44"/>
                    <a:pt x="98" y="44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3" y="44"/>
                    <a:pt x="93" y="44"/>
                    <a:pt x="93" y="44"/>
                  </a:cubicBezTo>
                  <a:close/>
                  <a:moveTo>
                    <a:pt x="93" y="41"/>
                  </a:moveTo>
                  <a:cubicBezTo>
                    <a:pt x="93" y="41"/>
                    <a:pt x="93" y="41"/>
                    <a:pt x="93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3" y="41"/>
                    <a:pt x="93" y="41"/>
                    <a:pt x="93" y="41"/>
                  </a:cubicBezTo>
                  <a:close/>
                  <a:moveTo>
                    <a:pt x="93" y="43"/>
                  </a:moveTo>
                  <a:cubicBezTo>
                    <a:pt x="93" y="43"/>
                    <a:pt x="93" y="43"/>
                    <a:pt x="93" y="43"/>
                  </a:cubicBezTo>
                  <a:cubicBezTo>
                    <a:pt x="98" y="43"/>
                    <a:pt x="98" y="43"/>
                    <a:pt x="98" y="43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3" y="43"/>
                    <a:pt x="93" y="43"/>
                    <a:pt x="93" y="43"/>
                  </a:cubicBezTo>
                  <a:close/>
                  <a:moveTo>
                    <a:pt x="93" y="42"/>
                  </a:moveTo>
                  <a:cubicBezTo>
                    <a:pt x="93" y="42"/>
                    <a:pt x="93" y="42"/>
                    <a:pt x="93" y="42"/>
                  </a:cubicBezTo>
                  <a:cubicBezTo>
                    <a:pt x="98" y="42"/>
                    <a:pt x="98" y="42"/>
                    <a:pt x="98" y="42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3" y="42"/>
                    <a:pt x="93" y="42"/>
                    <a:pt x="93" y="42"/>
                  </a:cubicBezTo>
                  <a:close/>
                  <a:moveTo>
                    <a:pt x="98" y="40"/>
                  </a:moveTo>
                  <a:cubicBezTo>
                    <a:pt x="98" y="40"/>
                    <a:pt x="98" y="40"/>
                    <a:pt x="98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98" y="40"/>
                    <a:pt x="98" y="40"/>
                    <a:pt x="98" y="40"/>
                  </a:cubicBezTo>
                  <a:close/>
                  <a:moveTo>
                    <a:pt x="98" y="38"/>
                  </a:moveTo>
                  <a:cubicBezTo>
                    <a:pt x="98" y="38"/>
                    <a:pt x="98" y="38"/>
                    <a:pt x="98" y="38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103" y="37"/>
                    <a:pt x="103" y="37"/>
                    <a:pt x="103" y="37"/>
                  </a:cubicBezTo>
                  <a:cubicBezTo>
                    <a:pt x="98" y="38"/>
                    <a:pt x="98" y="38"/>
                    <a:pt x="98" y="38"/>
                  </a:cubicBez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98" y="43"/>
                    <a:pt x="98" y="43"/>
                    <a:pt x="98" y="43"/>
                  </a:cubicBezTo>
                  <a:lnTo>
                    <a:pt x="98" y="44"/>
                  </a:lnTo>
                  <a:close/>
                  <a:moveTo>
                    <a:pt x="98" y="42"/>
                  </a:moveTo>
                  <a:cubicBezTo>
                    <a:pt x="98" y="42"/>
                    <a:pt x="98" y="42"/>
                    <a:pt x="98" y="42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98" y="41"/>
                    <a:pt x="98" y="41"/>
                    <a:pt x="98" y="41"/>
                  </a:cubicBezTo>
                  <a:lnTo>
                    <a:pt x="98" y="42"/>
                  </a:lnTo>
                  <a:close/>
                  <a:moveTo>
                    <a:pt x="98" y="43"/>
                  </a:moveTo>
                  <a:cubicBezTo>
                    <a:pt x="98" y="43"/>
                    <a:pt x="98" y="43"/>
                    <a:pt x="98" y="43"/>
                  </a:cubicBezTo>
                  <a:cubicBezTo>
                    <a:pt x="103" y="43"/>
                    <a:pt x="103" y="43"/>
                    <a:pt x="103" y="43"/>
                  </a:cubicBezTo>
                  <a:cubicBezTo>
                    <a:pt x="103" y="42"/>
                    <a:pt x="103" y="42"/>
                    <a:pt x="103" y="42"/>
                  </a:cubicBezTo>
                  <a:cubicBezTo>
                    <a:pt x="98" y="42"/>
                    <a:pt x="98" y="42"/>
                    <a:pt x="98" y="42"/>
                  </a:cubicBezTo>
                  <a:lnTo>
                    <a:pt x="98" y="43"/>
                  </a:lnTo>
                  <a:close/>
                  <a:moveTo>
                    <a:pt x="98" y="39"/>
                  </a:moveTo>
                  <a:cubicBezTo>
                    <a:pt x="98" y="39"/>
                    <a:pt x="98" y="39"/>
                    <a:pt x="98" y="39"/>
                  </a:cubicBezTo>
                  <a:cubicBezTo>
                    <a:pt x="103" y="39"/>
                    <a:pt x="103" y="39"/>
                    <a:pt x="103" y="39"/>
                  </a:cubicBezTo>
                  <a:cubicBezTo>
                    <a:pt x="103" y="38"/>
                    <a:pt x="103" y="38"/>
                    <a:pt x="103" y="38"/>
                  </a:cubicBezTo>
                  <a:cubicBezTo>
                    <a:pt x="98" y="39"/>
                    <a:pt x="98" y="39"/>
                    <a:pt x="98" y="39"/>
                  </a:cubicBezTo>
                  <a:close/>
                  <a:moveTo>
                    <a:pt x="93" y="40"/>
                  </a:moveTo>
                  <a:cubicBezTo>
                    <a:pt x="93" y="40"/>
                    <a:pt x="93" y="40"/>
                    <a:pt x="93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3" y="40"/>
                    <a:pt x="93" y="40"/>
                    <a:pt x="93" y="40"/>
                  </a:cubicBezTo>
                  <a:close/>
                  <a:moveTo>
                    <a:pt x="83" y="45"/>
                  </a:moveTo>
                  <a:cubicBezTo>
                    <a:pt x="83" y="45"/>
                    <a:pt x="83" y="45"/>
                    <a:pt x="83" y="45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8" y="44"/>
                    <a:pt x="88" y="44"/>
                    <a:pt x="88" y="44"/>
                  </a:cubicBezTo>
                  <a:cubicBezTo>
                    <a:pt x="83" y="44"/>
                    <a:pt x="83" y="44"/>
                    <a:pt x="83" y="44"/>
                  </a:cubicBezTo>
                  <a:lnTo>
                    <a:pt x="83" y="45"/>
                  </a:lnTo>
                  <a:close/>
                  <a:moveTo>
                    <a:pt x="98" y="41"/>
                  </a:moveTo>
                  <a:cubicBezTo>
                    <a:pt x="98" y="41"/>
                    <a:pt x="98" y="41"/>
                    <a:pt x="98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98" y="40"/>
                    <a:pt x="98" y="40"/>
                    <a:pt x="98" y="40"/>
                  </a:cubicBezTo>
                  <a:lnTo>
                    <a:pt x="98" y="41"/>
                  </a:ln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88" y="39"/>
                    <a:pt x="88" y="39"/>
                    <a:pt x="88" y="39"/>
                  </a:cubicBezTo>
                  <a:lnTo>
                    <a:pt x="88" y="40"/>
                  </a:lnTo>
                  <a:close/>
                  <a:moveTo>
                    <a:pt x="88" y="41"/>
                  </a:moveTo>
                  <a:cubicBezTo>
                    <a:pt x="88" y="41"/>
                    <a:pt x="88" y="41"/>
                    <a:pt x="88" y="41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88" y="40"/>
                    <a:pt x="88" y="40"/>
                    <a:pt x="88" y="40"/>
                  </a:cubicBezTo>
                  <a:lnTo>
                    <a:pt x="88" y="41"/>
                  </a:lnTo>
                  <a:close/>
                  <a:moveTo>
                    <a:pt x="88" y="39"/>
                  </a:moveTo>
                  <a:cubicBezTo>
                    <a:pt x="88" y="39"/>
                    <a:pt x="88" y="39"/>
                    <a:pt x="88" y="39"/>
                  </a:cubicBezTo>
                  <a:cubicBezTo>
                    <a:pt x="92" y="39"/>
                    <a:pt x="92" y="39"/>
                    <a:pt x="92" y="39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88" y="39"/>
                    <a:pt x="88" y="39"/>
                    <a:pt x="88" y="39"/>
                  </a:cubicBezTo>
                  <a:close/>
                  <a:moveTo>
                    <a:pt x="100" y="26"/>
                  </a:moveTo>
                  <a:cubicBezTo>
                    <a:pt x="100" y="26"/>
                    <a:pt x="100" y="26"/>
                    <a:pt x="100" y="26"/>
                  </a:cubicBezTo>
                  <a:cubicBezTo>
                    <a:pt x="101" y="26"/>
                    <a:pt x="101" y="26"/>
                    <a:pt x="101" y="26"/>
                  </a:cubicBezTo>
                  <a:cubicBezTo>
                    <a:pt x="101" y="25"/>
                    <a:pt x="101" y="25"/>
                    <a:pt x="101" y="25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1" y="24"/>
                    <a:pt x="101" y="24"/>
                    <a:pt x="101" y="24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0" y="24"/>
                    <a:pt x="100" y="24"/>
                    <a:pt x="100" y="24"/>
                  </a:cubicBezTo>
                  <a:lnTo>
                    <a:pt x="100" y="26"/>
                  </a:lnTo>
                  <a:close/>
                  <a:moveTo>
                    <a:pt x="88" y="38"/>
                  </a:moveTo>
                  <a:cubicBezTo>
                    <a:pt x="88" y="38"/>
                    <a:pt x="88" y="38"/>
                    <a:pt x="88" y="38"/>
                  </a:cubicBezTo>
                  <a:cubicBezTo>
                    <a:pt x="92" y="38"/>
                    <a:pt x="92" y="38"/>
                    <a:pt x="92" y="38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88" y="38"/>
                    <a:pt x="88" y="38"/>
                    <a:pt x="88" y="38"/>
                  </a:cubicBezTo>
                  <a:close/>
                  <a:moveTo>
                    <a:pt x="88" y="37"/>
                  </a:moveTo>
                  <a:cubicBezTo>
                    <a:pt x="88" y="37"/>
                    <a:pt x="88" y="37"/>
                    <a:pt x="88" y="37"/>
                  </a:cubicBezTo>
                  <a:cubicBezTo>
                    <a:pt x="92" y="37"/>
                    <a:pt x="92" y="37"/>
                    <a:pt x="92" y="37"/>
                  </a:cubicBezTo>
                  <a:cubicBezTo>
                    <a:pt x="92" y="36"/>
                    <a:pt x="92" y="36"/>
                    <a:pt x="92" y="36"/>
                  </a:cubicBezTo>
                  <a:cubicBezTo>
                    <a:pt x="88" y="37"/>
                    <a:pt x="88" y="37"/>
                    <a:pt x="88" y="37"/>
                  </a:cubicBezTo>
                  <a:close/>
                  <a:moveTo>
                    <a:pt x="92" y="35"/>
                  </a:moveTo>
                  <a:cubicBezTo>
                    <a:pt x="92" y="35"/>
                    <a:pt x="92" y="35"/>
                    <a:pt x="92" y="35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88" y="36"/>
                    <a:pt x="88" y="36"/>
                    <a:pt x="88" y="36"/>
                  </a:cubicBezTo>
                  <a:cubicBezTo>
                    <a:pt x="92" y="36"/>
                    <a:pt x="92" y="36"/>
                    <a:pt x="92" y="36"/>
                  </a:cubicBezTo>
                  <a:lnTo>
                    <a:pt x="92" y="35"/>
                  </a:lnTo>
                  <a:close/>
                  <a:moveTo>
                    <a:pt x="98" y="35"/>
                  </a:moveTo>
                  <a:cubicBezTo>
                    <a:pt x="98" y="35"/>
                    <a:pt x="98" y="35"/>
                    <a:pt x="98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3" y="35"/>
                    <a:pt x="93" y="35"/>
                    <a:pt x="93" y="35"/>
                  </a:cubicBezTo>
                  <a:cubicBezTo>
                    <a:pt x="98" y="35"/>
                    <a:pt x="98" y="35"/>
                    <a:pt x="98" y="35"/>
                  </a:cubicBezTo>
                  <a:close/>
                  <a:moveTo>
                    <a:pt x="93" y="37"/>
                  </a:moveTo>
                  <a:cubicBezTo>
                    <a:pt x="93" y="37"/>
                    <a:pt x="93" y="37"/>
                    <a:pt x="93" y="37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7"/>
                    <a:pt x="93" y="37"/>
                    <a:pt x="93" y="37"/>
                  </a:cubicBezTo>
                  <a:close/>
                  <a:moveTo>
                    <a:pt x="93" y="39"/>
                  </a:moveTo>
                  <a:cubicBezTo>
                    <a:pt x="93" y="39"/>
                    <a:pt x="93" y="39"/>
                    <a:pt x="93" y="39"/>
                  </a:cubicBezTo>
                  <a:cubicBezTo>
                    <a:pt x="98" y="39"/>
                    <a:pt x="98" y="39"/>
                    <a:pt x="98" y="39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3" y="39"/>
                    <a:pt x="93" y="39"/>
                    <a:pt x="93" y="39"/>
                  </a:cubicBezTo>
                  <a:close/>
                  <a:moveTo>
                    <a:pt x="93" y="38"/>
                  </a:moveTo>
                  <a:cubicBezTo>
                    <a:pt x="93" y="38"/>
                    <a:pt x="93" y="38"/>
                    <a:pt x="93" y="38"/>
                  </a:cubicBezTo>
                  <a:cubicBezTo>
                    <a:pt x="98" y="38"/>
                    <a:pt x="98" y="38"/>
                    <a:pt x="98" y="38"/>
                  </a:cubicBezTo>
                  <a:cubicBezTo>
                    <a:pt x="98" y="37"/>
                    <a:pt x="98" y="37"/>
                    <a:pt x="98" y="37"/>
                  </a:cubicBezTo>
                  <a:cubicBezTo>
                    <a:pt x="93" y="38"/>
                    <a:pt x="93" y="38"/>
                    <a:pt x="93" y="38"/>
                  </a:cubicBezTo>
                  <a:close/>
                  <a:moveTo>
                    <a:pt x="93" y="36"/>
                  </a:moveTo>
                  <a:cubicBezTo>
                    <a:pt x="93" y="36"/>
                    <a:pt x="93" y="36"/>
                    <a:pt x="93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8" y="36"/>
                    <a:pt x="98" y="36"/>
                    <a:pt x="98" y="36"/>
                  </a:cubicBezTo>
                  <a:cubicBezTo>
                    <a:pt x="93" y="36"/>
                    <a:pt x="93" y="36"/>
                    <a:pt x="93" y="36"/>
                  </a:cubicBez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92" y="43"/>
                    <a:pt x="92" y="43"/>
                    <a:pt x="92" y="43"/>
                  </a:cubicBezTo>
                  <a:cubicBezTo>
                    <a:pt x="88" y="43"/>
                    <a:pt x="88" y="43"/>
                    <a:pt x="88" y="43"/>
                  </a:cubicBezTo>
                  <a:lnTo>
                    <a:pt x="88" y="44"/>
                  </a:lnTo>
                  <a:close/>
                  <a:moveTo>
                    <a:pt x="88" y="44"/>
                  </a:moveTo>
                  <a:cubicBezTo>
                    <a:pt x="88" y="44"/>
                    <a:pt x="88" y="44"/>
                    <a:pt x="88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88" y="44"/>
                    <a:pt x="88" y="44"/>
                    <a:pt x="88" y="44"/>
                  </a:cubicBezTo>
                  <a:close/>
                  <a:moveTo>
                    <a:pt x="88" y="43"/>
                  </a:moveTo>
                  <a:cubicBezTo>
                    <a:pt x="88" y="43"/>
                    <a:pt x="88" y="43"/>
                    <a:pt x="88" y="43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92" y="42"/>
                    <a:pt x="92" y="42"/>
                    <a:pt x="92" y="42"/>
                  </a:cubicBezTo>
                  <a:cubicBezTo>
                    <a:pt x="88" y="42"/>
                    <a:pt x="88" y="42"/>
                    <a:pt x="88" y="42"/>
                  </a:cubicBezTo>
                  <a:lnTo>
                    <a:pt x="88" y="43"/>
                  </a:lnTo>
                  <a:close/>
                  <a:moveTo>
                    <a:pt x="88" y="42"/>
                  </a:moveTo>
                  <a:cubicBezTo>
                    <a:pt x="88" y="42"/>
                    <a:pt x="88" y="42"/>
                    <a:pt x="88" y="42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88" y="41"/>
                    <a:pt x="88" y="41"/>
                    <a:pt x="88" y="41"/>
                  </a:cubicBezTo>
                  <a:lnTo>
                    <a:pt x="88" y="42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47" y="41"/>
                    <a:pt x="47" y="41"/>
                    <a:pt x="47" y="41"/>
                  </a:cubicBezTo>
                  <a:close/>
                  <a:moveTo>
                    <a:pt x="47" y="42"/>
                  </a:moveTo>
                  <a:cubicBezTo>
                    <a:pt x="47" y="42"/>
                    <a:pt x="47" y="42"/>
                    <a:pt x="47" y="42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2"/>
                  </a:lnTo>
                  <a:close/>
                  <a:moveTo>
                    <a:pt x="47" y="40"/>
                  </a:moveTo>
                  <a:cubicBezTo>
                    <a:pt x="47" y="40"/>
                    <a:pt x="47" y="40"/>
                    <a:pt x="4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60" y="40"/>
                    <a:pt x="60" y="40"/>
                    <a:pt x="60" y="40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47" y="40"/>
                    <a:pt x="47" y="40"/>
                    <a:pt x="47" y="40"/>
                  </a:cubicBezTo>
                  <a:close/>
                  <a:moveTo>
                    <a:pt x="108" y="37"/>
                  </a:moveTo>
                  <a:cubicBezTo>
                    <a:pt x="108" y="37"/>
                    <a:pt x="108" y="37"/>
                    <a:pt x="108" y="37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6" y="36"/>
                    <a:pt x="106" y="36"/>
                    <a:pt x="106" y="36"/>
                  </a:cubicBezTo>
                  <a:cubicBezTo>
                    <a:pt x="106" y="37"/>
                    <a:pt x="106" y="37"/>
                    <a:pt x="106" y="37"/>
                  </a:cubicBezTo>
                  <a:lnTo>
                    <a:pt x="108" y="37"/>
                  </a:lnTo>
                  <a:close/>
                  <a:moveTo>
                    <a:pt x="154" y="41"/>
                  </a:moveTo>
                  <a:cubicBezTo>
                    <a:pt x="154" y="41"/>
                    <a:pt x="154" y="41"/>
                    <a:pt x="154" y="41"/>
                  </a:cubicBezTo>
                  <a:cubicBezTo>
                    <a:pt x="148" y="41"/>
                    <a:pt x="148" y="41"/>
                    <a:pt x="148" y="41"/>
                  </a:cubicBezTo>
                  <a:cubicBezTo>
                    <a:pt x="148" y="39"/>
                    <a:pt x="148" y="39"/>
                    <a:pt x="148" y="39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0" y="34"/>
                    <a:pt x="120" y="34"/>
                    <a:pt x="120" y="34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8" y="34"/>
                    <a:pt x="118" y="34"/>
                    <a:pt x="118" y="34"/>
                  </a:cubicBezTo>
                  <a:cubicBezTo>
                    <a:pt x="119" y="5"/>
                    <a:pt x="119" y="5"/>
                    <a:pt x="119" y="5"/>
                  </a:cubicBezTo>
                  <a:cubicBezTo>
                    <a:pt x="116" y="3"/>
                    <a:pt x="116" y="3"/>
                    <a:pt x="116" y="3"/>
                  </a:cubicBezTo>
                  <a:cubicBezTo>
                    <a:pt x="114" y="3"/>
                    <a:pt x="114" y="3"/>
                    <a:pt x="114" y="3"/>
                  </a:cubicBezTo>
                  <a:cubicBezTo>
                    <a:pt x="114" y="2"/>
                    <a:pt x="114" y="2"/>
                    <a:pt x="114" y="2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110" y="0"/>
                    <a:pt x="110" y="0"/>
                    <a:pt x="110" y="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67" y="36"/>
                    <a:pt x="58" y="37"/>
                    <a:pt x="52" y="38"/>
                  </a:cubicBezTo>
                  <a:cubicBezTo>
                    <a:pt x="35" y="36"/>
                    <a:pt x="35" y="36"/>
                    <a:pt x="35" y="36"/>
                  </a:cubicBezTo>
                  <a:cubicBezTo>
                    <a:pt x="20" y="38"/>
                    <a:pt x="20" y="38"/>
                    <a:pt x="20" y="38"/>
                  </a:cubicBezTo>
                  <a:cubicBezTo>
                    <a:pt x="20" y="39"/>
                    <a:pt x="20" y="39"/>
                    <a:pt x="20" y="39"/>
                  </a:cubicBezTo>
                  <a:cubicBezTo>
                    <a:pt x="35" y="37"/>
                    <a:pt x="35" y="37"/>
                    <a:pt x="35" y="37"/>
                  </a:cubicBezTo>
                  <a:cubicBezTo>
                    <a:pt x="49" y="39"/>
                    <a:pt x="49" y="39"/>
                    <a:pt x="49" y="39"/>
                  </a:cubicBezTo>
                  <a:cubicBezTo>
                    <a:pt x="48" y="39"/>
                    <a:pt x="47" y="39"/>
                    <a:pt x="47" y="39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9"/>
                    <a:pt x="47" y="39"/>
                    <a:pt x="47" y="39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44"/>
                    <a:pt x="103" y="44"/>
                    <a:pt x="103" y="44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65" y="47"/>
                    <a:pt x="65" y="47"/>
                    <a:pt x="65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54" y="47"/>
                    <a:pt x="54" y="47"/>
                    <a:pt x="54" y="47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8" y="38"/>
                    <a:pt x="38" y="38"/>
                    <a:pt x="38" y="38"/>
                  </a:cubicBezTo>
                  <a:cubicBezTo>
                    <a:pt x="37" y="38"/>
                    <a:pt x="37" y="38"/>
                    <a:pt x="37" y="3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48"/>
                    <a:pt x="37" y="48"/>
                    <a:pt x="37" y="48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53"/>
                    <a:pt x="37" y="53"/>
                    <a:pt x="37" y="53"/>
                  </a:cubicBezTo>
                  <a:cubicBezTo>
                    <a:pt x="37" y="40"/>
                    <a:pt x="37" y="40"/>
                    <a:pt x="37" y="40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38"/>
                    <a:pt x="33" y="38"/>
                    <a:pt x="33" y="38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40"/>
                    <a:pt x="32" y="40"/>
                    <a:pt x="32" y="40"/>
                  </a:cubicBezTo>
                  <a:cubicBezTo>
                    <a:pt x="30" y="40"/>
                    <a:pt x="30" y="40"/>
                    <a:pt x="30" y="40"/>
                  </a:cubicBezTo>
                  <a:cubicBezTo>
                    <a:pt x="30" y="53"/>
                    <a:pt x="30" y="53"/>
                    <a:pt x="30" y="53"/>
                  </a:cubicBezTo>
                  <a:cubicBezTo>
                    <a:pt x="31" y="53"/>
                    <a:pt x="31" y="53"/>
                    <a:pt x="31" y="53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39"/>
                    <a:pt x="29" y="39"/>
                    <a:pt x="29" y="39"/>
                  </a:cubicBezTo>
                  <a:cubicBezTo>
                    <a:pt x="29" y="53"/>
                    <a:pt x="29" y="53"/>
                    <a:pt x="29" y="53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4" y="54"/>
                    <a:pt x="79" y="56"/>
                    <a:pt x="94" y="56"/>
                  </a:cubicBezTo>
                  <a:cubicBezTo>
                    <a:pt x="100" y="56"/>
                    <a:pt x="129" y="55"/>
                    <a:pt x="131" y="55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40" y="55"/>
                    <a:pt x="146" y="55"/>
                    <a:pt x="146" y="55"/>
                  </a:cubicBezTo>
                  <a:cubicBezTo>
                    <a:pt x="132" y="55"/>
                    <a:pt x="132" y="55"/>
                    <a:pt x="132" y="55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55"/>
                    <a:pt x="131" y="55"/>
                    <a:pt x="131" y="55"/>
                  </a:cubicBezTo>
                  <a:cubicBezTo>
                    <a:pt x="126" y="54"/>
                    <a:pt x="126" y="54"/>
                    <a:pt x="126" y="54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21" y="54"/>
                    <a:pt x="121" y="54"/>
                    <a:pt x="121" y="5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7"/>
                    <a:pt x="122" y="47"/>
                    <a:pt x="122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8" y="47"/>
                    <a:pt x="128" y="47"/>
                    <a:pt x="128" y="47"/>
                  </a:cubicBezTo>
                  <a:cubicBezTo>
                    <a:pt x="134" y="47"/>
                    <a:pt x="134" y="47"/>
                    <a:pt x="134" y="47"/>
                  </a:cubicBezTo>
                  <a:cubicBezTo>
                    <a:pt x="128" y="46"/>
                    <a:pt x="128" y="46"/>
                    <a:pt x="128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30" y="36"/>
                    <a:pt x="130" y="36"/>
                    <a:pt x="130" y="36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7"/>
                    <a:pt x="113" y="37"/>
                    <a:pt x="113" y="37"/>
                  </a:cubicBezTo>
                  <a:cubicBezTo>
                    <a:pt x="113" y="36"/>
                    <a:pt x="113" y="36"/>
                    <a:pt x="113" y="36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6" y="35"/>
                    <a:pt x="116" y="35"/>
                    <a:pt x="116" y="35"/>
                  </a:cubicBezTo>
                  <a:cubicBezTo>
                    <a:pt x="113" y="35"/>
                    <a:pt x="113" y="35"/>
                    <a:pt x="113" y="35"/>
                  </a:cubicBezTo>
                  <a:cubicBezTo>
                    <a:pt x="114" y="35"/>
                    <a:pt x="114" y="35"/>
                    <a:pt x="114" y="35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20" y="35"/>
                    <a:pt x="120" y="35"/>
                    <a:pt x="120" y="35"/>
                  </a:cubicBezTo>
                  <a:cubicBezTo>
                    <a:pt x="120" y="36"/>
                    <a:pt x="120" y="36"/>
                    <a:pt x="120" y="36"/>
                  </a:cubicBezTo>
                  <a:cubicBezTo>
                    <a:pt x="121" y="36"/>
                    <a:pt x="121" y="36"/>
                    <a:pt x="121" y="36"/>
                  </a:cubicBezTo>
                  <a:cubicBezTo>
                    <a:pt x="117" y="36"/>
                    <a:pt x="117" y="36"/>
                    <a:pt x="117" y="36"/>
                  </a:cubicBezTo>
                  <a:cubicBezTo>
                    <a:pt x="125" y="35"/>
                    <a:pt x="125" y="35"/>
                    <a:pt x="125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28" y="35"/>
                    <a:pt x="128" y="35"/>
                    <a:pt x="128" y="35"/>
                  </a:cubicBezTo>
                  <a:cubicBezTo>
                    <a:pt x="146" y="34"/>
                    <a:pt x="146" y="34"/>
                    <a:pt x="146" y="34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46" y="55"/>
                    <a:pt x="146" y="55"/>
                    <a:pt x="146" y="55"/>
                  </a:cubicBezTo>
                  <a:cubicBezTo>
                    <a:pt x="154" y="55"/>
                    <a:pt x="154" y="55"/>
                    <a:pt x="154" y="55"/>
                  </a:cubicBezTo>
                  <a:cubicBezTo>
                    <a:pt x="154" y="43"/>
                    <a:pt x="154" y="43"/>
                    <a:pt x="154" y="43"/>
                  </a:cubicBezTo>
                  <a:lnTo>
                    <a:pt x="154" y="41"/>
                  </a:ln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28" y="37"/>
                    <a:pt x="128" y="37"/>
                    <a:pt x="128" y="37"/>
                  </a:cubicBezTo>
                  <a:close/>
                  <a:moveTo>
                    <a:pt x="128" y="37"/>
                  </a:moveTo>
                  <a:cubicBezTo>
                    <a:pt x="128" y="37"/>
                    <a:pt x="128" y="37"/>
                    <a:pt x="128" y="37"/>
                  </a:cubicBezTo>
                  <a:cubicBezTo>
                    <a:pt x="130" y="37"/>
                    <a:pt x="130" y="37"/>
                    <a:pt x="130" y="37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28" y="44"/>
                    <a:pt x="128" y="44"/>
                    <a:pt x="128" y="44"/>
                  </a:cubicBezTo>
                  <a:lnTo>
                    <a:pt x="128" y="37"/>
                  </a:lnTo>
                  <a:close/>
                  <a:moveTo>
                    <a:pt x="128" y="44"/>
                  </a:moveTo>
                  <a:cubicBezTo>
                    <a:pt x="128" y="44"/>
                    <a:pt x="128" y="44"/>
                    <a:pt x="128" y="44"/>
                  </a:cubicBezTo>
                  <a:cubicBezTo>
                    <a:pt x="130" y="44"/>
                    <a:pt x="130" y="44"/>
                    <a:pt x="130" y="44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28" y="45"/>
                    <a:pt x="128" y="45"/>
                    <a:pt x="128" y="45"/>
                  </a:cubicBezTo>
                  <a:lnTo>
                    <a:pt x="128" y="44"/>
                  </a:ln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4" y="37"/>
                    <a:pt x="124" y="37"/>
                    <a:pt x="124" y="37"/>
                  </a:cubicBezTo>
                  <a:close/>
                  <a:moveTo>
                    <a:pt x="124" y="37"/>
                  </a:moveTo>
                  <a:cubicBezTo>
                    <a:pt x="124" y="37"/>
                    <a:pt x="124" y="37"/>
                    <a:pt x="124" y="37"/>
                  </a:cubicBezTo>
                  <a:cubicBezTo>
                    <a:pt x="127" y="37"/>
                    <a:pt x="127" y="37"/>
                    <a:pt x="127" y="37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37"/>
                  </a:lnTo>
                  <a:close/>
                  <a:moveTo>
                    <a:pt x="124" y="44"/>
                  </a:moveTo>
                  <a:cubicBezTo>
                    <a:pt x="124" y="44"/>
                    <a:pt x="124" y="44"/>
                    <a:pt x="124" y="44"/>
                  </a:cubicBezTo>
                  <a:cubicBezTo>
                    <a:pt x="127" y="44"/>
                    <a:pt x="127" y="44"/>
                    <a:pt x="127" y="44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4" y="45"/>
                    <a:pt x="124" y="45"/>
                    <a:pt x="124" y="45"/>
                  </a:cubicBezTo>
                  <a:lnTo>
                    <a:pt x="124" y="44"/>
                  </a:lnTo>
                  <a:close/>
                  <a:moveTo>
                    <a:pt x="124" y="45"/>
                  </a:moveTo>
                  <a:cubicBezTo>
                    <a:pt x="124" y="45"/>
                    <a:pt x="124" y="45"/>
                    <a:pt x="124" y="45"/>
                  </a:cubicBezTo>
                  <a:cubicBezTo>
                    <a:pt x="123" y="44"/>
                    <a:pt x="123" y="44"/>
                    <a:pt x="123" y="44"/>
                  </a:cubicBezTo>
                  <a:cubicBezTo>
                    <a:pt x="124" y="44"/>
                    <a:pt x="124" y="44"/>
                    <a:pt x="124" y="44"/>
                  </a:cubicBezTo>
                  <a:lnTo>
                    <a:pt x="124" y="45"/>
                  </a:ln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1" y="37"/>
                    <a:pt x="121" y="37"/>
                    <a:pt x="121" y="37"/>
                  </a:cubicBezTo>
                  <a:close/>
                  <a:moveTo>
                    <a:pt x="121" y="37"/>
                  </a:moveTo>
                  <a:cubicBezTo>
                    <a:pt x="121" y="37"/>
                    <a:pt x="121" y="37"/>
                    <a:pt x="121" y="37"/>
                  </a:cubicBezTo>
                  <a:cubicBezTo>
                    <a:pt x="124" y="37"/>
                    <a:pt x="124" y="37"/>
                    <a:pt x="124" y="37"/>
                  </a:cubicBezTo>
                  <a:cubicBezTo>
                    <a:pt x="124" y="44"/>
                    <a:pt x="124" y="44"/>
                    <a:pt x="124" y="44"/>
                  </a:cubicBezTo>
                  <a:cubicBezTo>
                    <a:pt x="122" y="44"/>
                    <a:pt x="122" y="44"/>
                    <a:pt x="122" y="44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21" y="43"/>
                    <a:pt x="121" y="43"/>
                    <a:pt x="121" y="43"/>
                  </a:cubicBezTo>
                  <a:lnTo>
                    <a:pt x="121" y="37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18" y="37"/>
                    <a:pt x="118" y="37"/>
                    <a:pt x="118" y="37"/>
                  </a:cubicBezTo>
                  <a:close/>
                  <a:moveTo>
                    <a:pt x="118" y="38"/>
                  </a:moveTo>
                  <a:cubicBezTo>
                    <a:pt x="118" y="38"/>
                    <a:pt x="118" y="38"/>
                    <a:pt x="118" y="38"/>
                  </a:cubicBezTo>
                  <a:cubicBezTo>
                    <a:pt x="121" y="37"/>
                    <a:pt x="121" y="37"/>
                    <a:pt x="121" y="37"/>
                  </a:cubicBezTo>
                  <a:cubicBezTo>
                    <a:pt x="121" y="43"/>
                    <a:pt x="121" y="43"/>
                    <a:pt x="121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38"/>
                  </a:lnTo>
                  <a:close/>
                  <a:moveTo>
                    <a:pt x="118" y="44"/>
                  </a:moveTo>
                  <a:cubicBezTo>
                    <a:pt x="118" y="44"/>
                    <a:pt x="118" y="44"/>
                    <a:pt x="118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8" y="38"/>
                    <a:pt x="118" y="38"/>
                    <a:pt x="118" y="38"/>
                  </a:cubicBezTo>
                  <a:lnTo>
                    <a:pt x="118" y="44"/>
                  </a:lnTo>
                  <a:close/>
                  <a:moveTo>
                    <a:pt x="118" y="37"/>
                  </a:moveTo>
                  <a:cubicBezTo>
                    <a:pt x="118" y="37"/>
                    <a:pt x="118" y="37"/>
                    <a:pt x="118" y="37"/>
                  </a:cubicBezTo>
                  <a:cubicBezTo>
                    <a:pt x="118" y="37"/>
                    <a:pt x="118" y="37"/>
                    <a:pt x="118" y="37"/>
                  </a:cubicBezTo>
                  <a:cubicBezTo>
                    <a:pt x="113" y="38"/>
                    <a:pt x="113" y="38"/>
                    <a:pt x="113" y="38"/>
                  </a:cubicBezTo>
                  <a:cubicBezTo>
                    <a:pt x="113" y="37"/>
                    <a:pt x="113" y="37"/>
                    <a:pt x="113" y="37"/>
                  </a:cubicBezTo>
                  <a:lnTo>
                    <a:pt x="118" y="37"/>
                  </a:lnTo>
                  <a:close/>
                  <a:moveTo>
                    <a:pt x="75" y="10"/>
                  </a:moveTo>
                  <a:cubicBezTo>
                    <a:pt x="75" y="10"/>
                    <a:pt x="75" y="10"/>
                    <a:pt x="75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5" y="12"/>
                    <a:pt x="75" y="12"/>
                    <a:pt x="75" y="12"/>
                  </a:cubicBezTo>
                  <a:lnTo>
                    <a:pt x="75" y="10"/>
                  </a:lnTo>
                  <a:close/>
                  <a:moveTo>
                    <a:pt x="103" y="33"/>
                  </a:moveTo>
                  <a:cubicBezTo>
                    <a:pt x="103" y="33"/>
                    <a:pt x="103" y="33"/>
                    <a:pt x="103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1" y="33"/>
                    <a:pt x="101" y="33"/>
                    <a:pt x="101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3" y="33"/>
                    <a:pt x="103" y="33"/>
                    <a:pt x="103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96" y="34"/>
                    <a:pt x="96" y="34"/>
                    <a:pt x="96" y="34"/>
                  </a:cubicBezTo>
                  <a:cubicBezTo>
                    <a:pt x="96" y="34"/>
                    <a:pt x="93" y="34"/>
                    <a:pt x="88" y="34"/>
                  </a:cubicBezTo>
                  <a:cubicBezTo>
                    <a:pt x="87" y="34"/>
                    <a:pt x="85" y="34"/>
                    <a:pt x="83" y="35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4"/>
                    <a:pt x="91" y="34"/>
                  </a:cubicBezTo>
                  <a:cubicBezTo>
                    <a:pt x="96" y="33"/>
                    <a:pt x="98" y="33"/>
                    <a:pt x="99" y="33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100" y="33"/>
                    <a:pt x="100" y="33"/>
                    <a:pt x="100" y="3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8" y="8"/>
                    <a:pt x="98" y="8"/>
                  </a:cubicBezTo>
                  <a:cubicBezTo>
                    <a:pt x="98" y="7"/>
                    <a:pt x="98" y="7"/>
                    <a:pt x="98" y="7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8" y="4"/>
                    <a:pt x="98" y="4"/>
                    <a:pt x="98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8"/>
                    <a:pt x="97" y="8"/>
                    <a:pt x="97" y="8"/>
                  </a:cubicBezTo>
                  <a:cubicBezTo>
                    <a:pt x="97" y="8"/>
                    <a:pt x="96" y="9"/>
                    <a:pt x="95" y="9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7"/>
                    <a:pt x="97" y="7"/>
                    <a:pt x="97" y="7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7" y="4"/>
                    <a:pt x="97" y="4"/>
                    <a:pt x="97" y="4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7"/>
                    <a:pt x="95" y="7"/>
                    <a:pt x="95" y="7"/>
                  </a:cubicBezTo>
                  <a:cubicBezTo>
                    <a:pt x="95" y="9"/>
                    <a:pt x="95" y="9"/>
                    <a:pt x="95" y="9"/>
                  </a:cubicBezTo>
                  <a:cubicBezTo>
                    <a:pt x="94" y="9"/>
                    <a:pt x="93" y="10"/>
                    <a:pt x="92" y="10"/>
                  </a:cubicBezTo>
                  <a:cubicBezTo>
                    <a:pt x="92" y="8"/>
                    <a:pt x="92" y="8"/>
                    <a:pt x="92" y="8"/>
                  </a:cubicBezTo>
                  <a:cubicBezTo>
                    <a:pt x="94" y="7"/>
                    <a:pt x="94" y="7"/>
                    <a:pt x="94" y="7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2" y="10"/>
                    <a:pt x="92" y="10"/>
                    <a:pt x="92" y="10"/>
                  </a:cubicBezTo>
                  <a:cubicBezTo>
                    <a:pt x="91" y="10"/>
                    <a:pt x="91" y="10"/>
                    <a:pt x="91" y="10"/>
                  </a:cubicBezTo>
                  <a:cubicBezTo>
                    <a:pt x="90" y="11"/>
                    <a:pt x="88" y="11"/>
                    <a:pt x="87" y="11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9" y="9"/>
                    <a:pt x="89" y="9"/>
                    <a:pt x="89" y="9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7" y="11"/>
                    <a:pt x="87" y="11"/>
                    <a:pt x="87" y="11"/>
                  </a:cubicBezTo>
                  <a:cubicBezTo>
                    <a:pt x="86" y="11"/>
                    <a:pt x="85" y="11"/>
                    <a:pt x="84" y="12"/>
                  </a:cubicBezTo>
                  <a:cubicBezTo>
                    <a:pt x="84" y="10"/>
                    <a:pt x="84" y="10"/>
                    <a:pt x="84" y="10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9"/>
                    <a:pt x="86" y="9"/>
                    <a:pt x="86" y="9"/>
                  </a:cubicBezTo>
                  <a:cubicBezTo>
                    <a:pt x="85" y="10"/>
                    <a:pt x="85" y="10"/>
                    <a:pt x="85" y="10"/>
                  </a:cubicBezTo>
                  <a:cubicBezTo>
                    <a:pt x="85" y="8"/>
                    <a:pt x="85" y="8"/>
                    <a:pt x="85" y="8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6" y="7"/>
                    <a:pt x="86" y="7"/>
                    <a:pt x="86" y="7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2" y="14"/>
                    <a:pt x="82" y="14"/>
                    <a:pt x="82" y="14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2" y="13"/>
                    <a:pt x="82" y="13"/>
                    <a:pt x="82" y="13"/>
                  </a:cubicBezTo>
                  <a:cubicBezTo>
                    <a:pt x="83" y="13"/>
                    <a:pt x="83" y="13"/>
                    <a:pt x="83" y="13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17"/>
                    <a:pt x="82" y="17"/>
                    <a:pt x="82" y="17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2" y="16"/>
                    <a:pt x="82" y="16"/>
                    <a:pt x="82" y="16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2" y="18"/>
                    <a:pt x="82" y="18"/>
                    <a:pt x="82" y="18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2" y="19"/>
                    <a:pt x="82" y="19"/>
                    <a:pt x="82" y="19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2"/>
                    <a:pt x="82" y="22"/>
                    <a:pt x="82" y="22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2" y="21"/>
                    <a:pt x="82" y="21"/>
                    <a:pt x="82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6"/>
                    <a:pt x="82" y="26"/>
                    <a:pt x="82" y="26"/>
                  </a:cubicBezTo>
                  <a:cubicBezTo>
                    <a:pt x="82" y="25"/>
                    <a:pt x="82" y="25"/>
                    <a:pt x="82" y="25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2" y="24"/>
                    <a:pt x="82" y="24"/>
                    <a:pt x="82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2" y="27"/>
                    <a:pt x="82" y="27"/>
                    <a:pt x="82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1"/>
                    <a:pt x="82" y="31"/>
                    <a:pt x="82" y="31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9"/>
                    <a:pt x="82" y="29"/>
                    <a:pt x="82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4"/>
                    <a:pt x="82" y="34"/>
                    <a:pt x="82" y="34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2" y="32"/>
                    <a:pt x="82" y="32"/>
                    <a:pt x="82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3" y="35"/>
                    <a:pt x="83" y="35"/>
                    <a:pt x="83" y="35"/>
                  </a:cubicBezTo>
                  <a:cubicBezTo>
                    <a:pt x="81" y="35"/>
                    <a:pt x="78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5"/>
                    <a:pt x="75" y="35"/>
                    <a:pt x="75" y="35"/>
                  </a:cubicBezTo>
                  <a:cubicBezTo>
                    <a:pt x="75" y="34"/>
                    <a:pt x="75" y="34"/>
                    <a:pt x="75" y="34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7" y="33"/>
                    <a:pt x="77" y="33"/>
                    <a:pt x="77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3"/>
                    <a:pt x="75" y="33"/>
                    <a:pt x="75" y="33"/>
                  </a:cubicBezTo>
                  <a:cubicBezTo>
                    <a:pt x="75" y="31"/>
                    <a:pt x="75" y="31"/>
                    <a:pt x="75" y="31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6" y="30"/>
                    <a:pt x="76" y="30"/>
                    <a:pt x="76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30"/>
                    <a:pt x="75" y="30"/>
                    <a:pt x="75" y="30"/>
                  </a:cubicBezTo>
                  <a:cubicBezTo>
                    <a:pt x="75" y="29"/>
                    <a:pt x="75" y="29"/>
                    <a:pt x="75" y="29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6" y="28"/>
                    <a:pt x="76" y="28"/>
                    <a:pt x="76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7" y="28"/>
                    <a:pt x="77" y="28"/>
                    <a:pt x="77" y="28"/>
                  </a:cubicBezTo>
                  <a:cubicBezTo>
                    <a:pt x="75" y="28"/>
                    <a:pt x="75" y="28"/>
                    <a:pt x="75" y="28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7"/>
                    <a:pt x="75" y="27"/>
                    <a:pt x="75" y="27"/>
                  </a:cubicBezTo>
                  <a:cubicBezTo>
                    <a:pt x="75" y="26"/>
                    <a:pt x="75" y="26"/>
                    <a:pt x="75" y="26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5"/>
                    <a:pt x="75" y="25"/>
                    <a:pt x="75" y="25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5" y="23"/>
                    <a:pt x="75" y="23"/>
                    <a:pt x="75" y="23"/>
                  </a:cubicBezTo>
                  <a:cubicBezTo>
                    <a:pt x="76" y="23"/>
                    <a:pt x="76" y="23"/>
                    <a:pt x="76" y="23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7" y="22"/>
                    <a:pt x="77" y="22"/>
                    <a:pt x="77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2"/>
                    <a:pt x="75" y="22"/>
                    <a:pt x="75" y="22"/>
                  </a:cubicBezTo>
                  <a:cubicBezTo>
                    <a:pt x="75" y="21"/>
                    <a:pt x="75" y="21"/>
                    <a:pt x="75" y="21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6" y="20"/>
                    <a:pt x="76" y="20"/>
                    <a:pt x="76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7" y="20"/>
                    <a:pt x="77" y="20"/>
                    <a:pt x="77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20"/>
                    <a:pt x="75" y="20"/>
                    <a:pt x="75" y="20"/>
                  </a:cubicBezTo>
                  <a:cubicBezTo>
                    <a:pt x="75" y="18"/>
                    <a:pt x="75" y="18"/>
                    <a:pt x="75" y="18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7"/>
                    <a:pt x="75" y="17"/>
                    <a:pt x="75" y="17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6" y="15"/>
                    <a:pt x="76" y="15"/>
                    <a:pt x="76" y="15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5" y="15"/>
                    <a:pt x="75" y="15"/>
                    <a:pt x="75" y="15"/>
                  </a:cubicBezTo>
                  <a:cubicBezTo>
                    <a:pt x="75" y="12"/>
                    <a:pt x="75" y="12"/>
                    <a:pt x="75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2"/>
                    <a:pt x="77" y="12"/>
                    <a:pt x="77" y="12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7" y="10"/>
                    <a:pt x="77" y="10"/>
                    <a:pt x="77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110" y="1"/>
                    <a:pt x="110" y="1"/>
                    <a:pt x="110" y="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7" y="32"/>
                    <a:pt x="107" y="32"/>
                    <a:pt x="107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9" y="32"/>
                    <a:pt x="109" y="32"/>
                    <a:pt x="109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4"/>
                    <a:pt x="106" y="34"/>
                    <a:pt x="106" y="34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4" y="33"/>
                    <a:pt x="104" y="33"/>
                    <a:pt x="104" y="33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6" y="32"/>
                    <a:pt x="106" y="32"/>
                    <a:pt x="106" y="32"/>
                  </a:cubicBezTo>
                  <a:cubicBezTo>
                    <a:pt x="103" y="33"/>
                    <a:pt x="103" y="33"/>
                    <a:pt x="103" y="33"/>
                  </a:cubicBezTo>
                  <a:close/>
                  <a:moveTo>
                    <a:pt x="91" y="11"/>
                  </a:moveTo>
                  <a:cubicBezTo>
                    <a:pt x="91" y="11"/>
                    <a:pt x="91" y="11"/>
                    <a:pt x="91" y="11"/>
                  </a:cubicBezTo>
                  <a:cubicBezTo>
                    <a:pt x="94" y="10"/>
                    <a:pt x="98" y="9"/>
                    <a:pt x="99" y="9"/>
                  </a:cubicBezTo>
                  <a:cubicBezTo>
                    <a:pt x="99" y="10"/>
                    <a:pt x="99" y="10"/>
                    <a:pt x="99" y="10"/>
                  </a:cubicBezTo>
                  <a:cubicBezTo>
                    <a:pt x="99" y="10"/>
                    <a:pt x="94" y="12"/>
                    <a:pt x="91" y="13"/>
                  </a:cubicBezTo>
                  <a:cubicBezTo>
                    <a:pt x="88" y="13"/>
                    <a:pt x="84" y="14"/>
                    <a:pt x="83" y="14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2"/>
                    <a:pt x="91" y="11"/>
                  </a:cubicBezTo>
                  <a:close/>
                  <a:moveTo>
                    <a:pt x="83" y="12"/>
                  </a:moveTo>
                  <a:cubicBezTo>
                    <a:pt x="83" y="12"/>
                    <a:pt x="83" y="12"/>
                    <a:pt x="83" y="12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84" y="12"/>
                    <a:pt x="88" y="11"/>
                    <a:pt x="91" y="10"/>
                  </a:cubicBezTo>
                  <a:cubicBezTo>
                    <a:pt x="94" y="10"/>
                    <a:pt x="99" y="8"/>
                    <a:pt x="99" y="8"/>
                  </a:cubicBezTo>
                  <a:cubicBezTo>
                    <a:pt x="99" y="8"/>
                    <a:pt x="99" y="8"/>
                    <a:pt x="99" y="8"/>
                  </a:cubicBezTo>
                  <a:cubicBezTo>
                    <a:pt x="99" y="8"/>
                    <a:pt x="94" y="10"/>
                    <a:pt x="91" y="11"/>
                  </a:cubicBezTo>
                  <a:cubicBezTo>
                    <a:pt x="88" y="11"/>
                    <a:pt x="84" y="12"/>
                    <a:pt x="83" y="12"/>
                  </a:cubicBezTo>
                  <a:close/>
                  <a:moveTo>
                    <a:pt x="91" y="13"/>
                  </a:moveTo>
                  <a:cubicBezTo>
                    <a:pt x="91" y="13"/>
                    <a:pt x="91" y="13"/>
                    <a:pt x="91" y="13"/>
                  </a:cubicBezTo>
                  <a:cubicBezTo>
                    <a:pt x="94" y="12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1"/>
                    <a:pt x="94" y="13"/>
                    <a:pt x="91" y="13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4"/>
                    <a:pt x="88" y="13"/>
                    <a:pt x="91" y="13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1"/>
                    <a:pt x="99" y="11"/>
                  </a:cubicBezTo>
                  <a:cubicBezTo>
                    <a:pt x="99" y="11"/>
                    <a:pt x="99" y="11"/>
                    <a:pt x="99" y="11"/>
                  </a:cubicBezTo>
                  <a:cubicBezTo>
                    <a:pt x="99" y="12"/>
                    <a:pt x="94" y="13"/>
                    <a:pt x="91" y="14"/>
                  </a:cubicBezTo>
                  <a:cubicBezTo>
                    <a:pt x="88" y="14"/>
                    <a:pt x="84" y="15"/>
                    <a:pt x="83" y="15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4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3"/>
                    <a:pt x="98" y="12"/>
                    <a:pt x="99" y="12"/>
                  </a:cubicBezTo>
                  <a:cubicBezTo>
                    <a:pt x="99" y="12"/>
                    <a:pt x="99" y="12"/>
                    <a:pt x="99" y="12"/>
                  </a:cubicBezTo>
                  <a:cubicBezTo>
                    <a:pt x="99" y="12"/>
                    <a:pt x="94" y="14"/>
                    <a:pt x="91" y="14"/>
                  </a:cubicBezTo>
                  <a:cubicBezTo>
                    <a:pt x="88" y="15"/>
                    <a:pt x="84" y="16"/>
                    <a:pt x="83" y="16"/>
                  </a:cubicBezTo>
                  <a:cubicBezTo>
                    <a:pt x="83" y="15"/>
                    <a:pt x="83" y="15"/>
                    <a:pt x="83" y="15"/>
                  </a:cubicBezTo>
                  <a:cubicBezTo>
                    <a:pt x="84" y="15"/>
                    <a:pt x="88" y="15"/>
                    <a:pt x="91" y="14"/>
                  </a:cubicBezTo>
                  <a:close/>
                  <a:moveTo>
                    <a:pt x="91" y="14"/>
                  </a:moveTo>
                  <a:cubicBezTo>
                    <a:pt x="91" y="14"/>
                    <a:pt x="91" y="14"/>
                    <a:pt x="91" y="14"/>
                  </a:cubicBezTo>
                  <a:cubicBezTo>
                    <a:pt x="94" y="14"/>
                    <a:pt x="98" y="12"/>
                    <a:pt x="99" y="12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99" y="14"/>
                    <a:pt x="97" y="14"/>
                    <a:pt x="91" y="16"/>
                  </a:cubicBezTo>
                  <a:cubicBezTo>
                    <a:pt x="88" y="16"/>
                    <a:pt x="84" y="17"/>
                    <a:pt x="83" y="17"/>
                  </a:cubicBezTo>
                  <a:cubicBezTo>
                    <a:pt x="83" y="16"/>
                    <a:pt x="83" y="16"/>
                    <a:pt x="83" y="16"/>
                  </a:cubicBezTo>
                  <a:cubicBezTo>
                    <a:pt x="84" y="16"/>
                    <a:pt x="88" y="15"/>
                    <a:pt x="91" y="14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6" y="14"/>
                    <a:pt x="98" y="14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4"/>
                    <a:pt x="95" y="16"/>
                    <a:pt x="91" y="16"/>
                  </a:cubicBezTo>
                  <a:cubicBezTo>
                    <a:pt x="88" y="17"/>
                    <a:pt x="84" y="17"/>
                    <a:pt x="83" y="18"/>
                  </a:cubicBezTo>
                  <a:cubicBezTo>
                    <a:pt x="83" y="17"/>
                    <a:pt x="83" y="17"/>
                    <a:pt x="83" y="17"/>
                  </a:cubicBezTo>
                  <a:cubicBezTo>
                    <a:pt x="84" y="17"/>
                    <a:pt x="88" y="16"/>
                    <a:pt x="91" y="16"/>
                  </a:cubicBezTo>
                  <a:close/>
                  <a:moveTo>
                    <a:pt x="91" y="16"/>
                  </a:moveTo>
                  <a:cubicBezTo>
                    <a:pt x="91" y="16"/>
                    <a:pt x="91" y="16"/>
                    <a:pt x="91" y="16"/>
                  </a:cubicBezTo>
                  <a:cubicBezTo>
                    <a:pt x="95" y="16"/>
                    <a:pt x="98" y="15"/>
                    <a:pt x="99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7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6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6"/>
                    <a:pt x="98" y="15"/>
                    <a:pt x="99" y="15"/>
                  </a:cubicBezTo>
                  <a:cubicBezTo>
                    <a:pt x="99" y="15"/>
                    <a:pt x="99" y="15"/>
                    <a:pt x="99" y="15"/>
                  </a:cubicBezTo>
                  <a:cubicBezTo>
                    <a:pt x="99" y="15"/>
                    <a:pt x="95" y="16"/>
                    <a:pt x="91" y="17"/>
                  </a:cubicBezTo>
                  <a:cubicBezTo>
                    <a:pt x="88" y="18"/>
                    <a:pt x="84" y="18"/>
                    <a:pt x="83" y="18"/>
                  </a:cubicBezTo>
                  <a:cubicBezTo>
                    <a:pt x="83" y="18"/>
                    <a:pt x="83" y="18"/>
                    <a:pt x="83" y="18"/>
                  </a:cubicBezTo>
                  <a:cubicBezTo>
                    <a:pt x="84" y="18"/>
                    <a:pt x="88" y="17"/>
                    <a:pt x="91" y="17"/>
                  </a:cubicBezTo>
                  <a:close/>
                  <a:moveTo>
                    <a:pt x="91" y="17"/>
                  </a:moveTo>
                  <a:cubicBezTo>
                    <a:pt x="91" y="17"/>
                    <a:pt x="91" y="17"/>
                    <a:pt x="91" y="17"/>
                  </a:cubicBezTo>
                  <a:cubicBezTo>
                    <a:pt x="95" y="17"/>
                    <a:pt x="98" y="15"/>
                    <a:pt x="99" y="15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19"/>
                    <a:pt x="84" y="20"/>
                    <a:pt x="83" y="20"/>
                  </a:cubicBezTo>
                  <a:cubicBezTo>
                    <a:pt x="83" y="19"/>
                    <a:pt x="83" y="19"/>
                    <a:pt x="83" y="19"/>
                  </a:cubicBezTo>
                  <a:cubicBezTo>
                    <a:pt x="84" y="18"/>
                    <a:pt x="88" y="18"/>
                    <a:pt x="91" y="17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8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7"/>
                    <a:pt x="95" y="18"/>
                    <a:pt x="91" y="19"/>
                  </a:cubicBezTo>
                  <a:cubicBezTo>
                    <a:pt x="88" y="20"/>
                    <a:pt x="84" y="20"/>
                    <a:pt x="83" y="20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19"/>
                    <a:pt x="91" y="19"/>
                  </a:cubicBezTo>
                  <a:close/>
                  <a:moveTo>
                    <a:pt x="91" y="19"/>
                  </a:moveTo>
                  <a:cubicBezTo>
                    <a:pt x="91" y="19"/>
                    <a:pt x="91" y="19"/>
                    <a:pt x="91" y="19"/>
                  </a:cubicBezTo>
                  <a:cubicBezTo>
                    <a:pt x="95" y="19"/>
                    <a:pt x="98" y="17"/>
                    <a:pt x="99" y="17"/>
                  </a:cubicBezTo>
                  <a:cubicBezTo>
                    <a:pt x="99" y="17"/>
                    <a:pt x="99" y="17"/>
                    <a:pt x="99" y="17"/>
                  </a:cubicBezTo>
                  <a:cubicBezTo>
                    <a:pt x="99" y="18"/>
                    <a:pt x="95" y="19"/>
                    <a:pt x="91" y="19"/>
                  </a:cubicBezTo>
                  <a:cubicBezTo>
                    <a:pt x="88" y="20"/>
                    <a:pt x="84" y="20"/>
                    <a:pt x="83" y="21"/>
                  </a:cubicBezTo>
                  <a:cubicBezTo>
                    <a:pt x="83" y="20"/>
                    <a:pt x="83" y="20"/>
                    <a:pt x="83" y="20"/>
                  </a:cubicBezTo>
                  <a:cubicBezTo>
                    <a:pt x="84" y="20"/>
                    <a:pt x="88" y="20"/>
                    <a:pt x="91" y="19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18"/>
                    <a:pt x="99" y="18"/>
                    <a:pt x="99" y="18"/>
                  </a:cubicBezTo>
                  <a:cubicBezTo>
                    <a:pt x="99" y="18"/>
                    <a:pt x="95" y="19"/>
                    <a:pt x="91" y="20"/>
                  </a:cubicBezTo>
                  <a:cubicBezTo>
                    <a:pt x="88" y="20"/>
                    <a:pt x="84" y="21"/>
                    <a:pt x="83" y="21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0"/>
                    <a:pt x="91" y="20"/>
                  </a:cubicBezTo>
                  <a:close/>
                  <a:moveTo>
                    <a:pt x="91" y="20"/>
                  </a:moveTo>
                  <a:cubicBezTo>
                    <a:pt x="91" y="20"/>
                    <a:pt x="91" y="20"/>
                    <a:pt x="91" y="20"/>
                  </a:cubicBezTo>
                  <a:cubicBezTo>
                    <a:pt x="95" y="19"/>
                    <a:pt x="98" y="18"/>
                    <a:pt x="99" y="18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0"/>
                    <a:pt x="91" y="21"/>
                  </a:cubicBezTo>
                  <a:cubicBezTo>
                    <a:pt x="88" y="22"/>
                    <a:pt x="84" y="22"/>
                    <a:pt x="83" y="23"/>
                  </a:cubicBezTo>
                  <a:cubicBezTo>
                    <a:pt x="83" y="21"/>
                    <a:pt x="83" y="21"/>
                    <a:pt x="83" y="21"/>
                  </a:cubicBezTo>
                  <a:cubicBezTo>
                    <a:pt x="84" y="21"/>
                    <a:pt x="88" y="21"/>
                    <a:pt x="91" y="20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0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0"/>
                    <a:pt x="97" y="21"/>
                    <a:pt x="91" y="22"/>
                  </a:cubicBezTo>
                  <a:cubicBezTo>
                    <a:pt x="88" y="22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2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1"/>
                    <a:pt x="98" y="21"/>
                    <a:pt x="99" y="20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21"/>
                    <a:pt x="97" y="21"/>
                    <a:pt x="91" y="22"/>
                  </a:cubicBezTo>
                  <a:cubicBezTo>
                    <a:pt x="88" y="23"/>
                    <a:pt x="84" y="23"/>
                    <a:pt x="83" y="23"/>
                  </a:cubicBezTo>
                  <a:cubicBezTo>
                    <a:pt x="83" y="23"/>
                    <a:pt x="83" y="23"/>
                    <a:pt x="83" y="23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2"/>
                  </a:moveTo>
                  <a:cubicBezTo>
                    <a:pt x="91" y="22"/>
                    <a:pt x="91" y="22"/>
                    <a:pt x="91" y="22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1"/>
                    <a:pt x="99" y="21"/>
                    <a:pt x="99" y="21"/>
                  </a:cubicBezTo>
                  <a:cubicBezTo>
                    <a:pt x="99" y="21"/>
                    <a:pt x="97" y="22"/>
                    <a:pt x="91" y="23"/>
                  </a:cubicBezTo>
                  <a:cubicBezTo>
                    <a:pt x="88" y="23"/>
                    <a:pt x="84" y="24"/>
                    <a:pt x="83" y="24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3"/>
                    <a:pt x="88" y="23"/>
                    <a:pt x="91" y="22"/>
                  </a:cubicBezTo>
                  <a:close/>
                  <a:moveTo>
                    <a:pt x="91" y="23"/>
                  </a:moveTo>
                  <a:cubicBezTo>
                    <a:pt x="91" y="23"/>
                    <a:pt x="91" y="23"/>
                    <a:pt x="91" y="23"/>
                  </a:cubicBezTo>
                  <a:cubicBezTo>
                    <a:pt x="96" y="22"/>
                    <a:pt x="98" y="21"/>
                    <a:pt x="99" y="21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3"/>
                    <a:pt x="91" y="24"/>
                  </a:cubicBezTo>
                  <a:cubicBezTo>
                    <a:pt x="88" y="25"/>
                    <a:pt x="84" y="25"/>
                    <a:pt x="83" y="25"/>
                  </a:cubicBezTo>
                  <a:cubicBezTo>
                    <a:pt x="83" y="24"/>
                    <a:pt x="83" y="24"/>
                    <a:pt x="83" y="24"/>
                  </a:cubicBezTo>
                  <a:cubicBezTo>
                    <a:pt x="84" y="24"/>
                    <a:pt x="88" y="23"/>
                    <a:pt x="91" y="23"/>
                  </a:cubicBezTo>
                  <a:close/>
                  <a:moveTo>
                    <a:pt x="91" y="24"/>
                  </a:moveTo>
                  <a:cubicBezTo>
                    <a:pt x="91" y="24"/>
                    <a:pt x="91" y="24"/>
                    <a:pt x="91" y="24"/>
                  </a:cubicBezTo>
                  <a:cubicBezTo>
                    <a:pt x="96" y="23"/>
                    <a:pt x="98" y="23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3"/>
                    <a:pt x="97" y="24"/>
                    <a:pt x="91" y="25"/>
                  </a:cubicBezTo>
                  <a:cubicBezTo>
                    <a:pt x="88" y="25"/>
                    <a:pt x="84" y="26"/>
                    <a:pt x="83" y="26"/>
                  </a:cubicBezTo>
                  <a:cubicBezTo>
                    <a:pt x="83" y="25"/>
                    <a:pt x="83" y="25"/>
                    <a:pt x="83" y="25"/>
                  </a:cubicBezTo>
                  <a:cubicBezTo>
                    <a:pt x="84" y="25"/>
                    <a:pt x="88" y="25"/>
                    <a:pt x="91" y="24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3"/>
                  </a:cubicBezTo>
                  <a:cubicBezTo>
                    <a:pt x="99" y="23"/>
                    <a:pt x="99" y="23"/>
                    <a:pt x="99" y="23"/>
                  </a:cubicBezTo>
                  <a:cubicBezTo>
                    <a:pt x="99" y="24"/>
                    <a:pt x="97" y="24"/>
                    <a:pt x="91" y="25"/>
                  </a:cubicBezTo>
                  <a:cubicBezTo>
                    <a:pt x="88" y="26"/>
                    <a:pt x="84" y="26"/>
                    <a:pt x="83" y="26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5"/>
                    <a:pt x="91" y="25"/>
                  </a:cubicBez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6" y="24"/>
                    <a:pt x="98" y="24"/>
                    <a:pt x="99" y="24"/>
                  </a:cubicBezTo>
                  <a:cubicBezTo>
                    <a:pt x="99" y="24"/>
                    <a:pt x="99" y="24"/>
                    <a:pt x="99" y="24"/>
                  </a:cubicBezTo>
                  <a:cubicBezTo>
                    <a:pt x="99" y="24"/>
                    <a:pt x="97" y="25"/>
                    <a:pt x="91" y="26"/>
                  </a:cubicBezTo>
                  <a:cubicBezTo>
                    <a:pt x="88" y="26"/>
                    <a:pt x="84" y="27"/>
                    <a:pt x="83" y="27"/>
                  </a:cubicBezTo>
                  <a:cubicBezTo>
                    <a:pt x="83" y="26"/>
                    <a:pt x="83" y="26"/>
                    <a:pt x="83" y="26"/>
                  </a:cubicBezTo>
                  <a:cubicBezTo>
                    <a:pt x="84" y="26"/>
                    <a:pt x="88" y="26"/>
                    <a:pt x="91" y="25"/>
                  </a:cubicBezTo>
                  <a:close/>
                  <a:moveTo>
                    <a:pt x="91" y="26"/>
                  </a:moveTo>
                  <a:cubicBezTo>
                    <a:pt x="91" y="26"/>
                    <a:pt x="91" y="26"/>
                    <a:pt x="91" y="26"/>
                  </a:cubicBezTo>
                  <a:cubicBezTo>
                    <a:pt x="96" y="25"/>
                    <a:pt x="98" y="24"/>
                    <a:pt x="99" y="24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6"/>
                    <a:pt x="96" y="26"/>
                    <a:pt x="91" y="27"/>
                  </a:cubicBezTo>
                  <a:cubicBezTo>
                    <a:pt x="88" y="27"/>
                    <a:pt x="84" y="28"/>
                    <a:pt x="83" y="28"/>
                  </a:cubicBezTo>
                  <a:cubicBezTo>
                    <a:pt x="83" y="27"/>
                    <a:pt x="83" y="27"/>
                    <a:pt x="83" y="27"/>
                  </a:cubicBezTo>
                  <a:cubicBezTo>
                    <a:pt x="84" y="27"/>
                    <a:pt x="88" y="26"/>
                    <a:pt x="91" y="26"/>
                  </a:cubicBezTo>
                  <a:close/>
                  <a:moveTo>
                    <a:pt x="91" y="27"/>
                  </a:moveTo>
                  <a:cubicBezTo>
                    <a:pt x="91" y="27"/>
                    <a:pt x="91" y="27"/>
                    <a:pt x="91" y="27"/>
                  </a:cubicBezTo>
                  <a:cubicBezTo>
                    <a:pt x="96" y="26"/>
                    <a:pt x="98" y="26"/>
                    <a:pt x="99" y="26"/>
                  </a:cubicBezTo>
                  <a:cubicBezTo>
                    <a:pt x="99" y="26"/>
                    <a:pt x="99" y="26"/>
                    <a:pt x="99" y="26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8"/>
                    <a:pt x="83" y="28"/>
                    <a:pt x="83" y="28"/>
                  </a:cubicBezTo>
                  <a:cubicBezTo>
                    <a:pt x="84" y="28"/>
                    <a:pt x="88" y="28"/>
                    <a:pt x="91" y="27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7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7"/>
                    <a:pt x="91" y="28"/>
                  </a:cubicBezTo>
                  <a:cubicBezTo>
                    <a:pt x="88" y="28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8"/>
                    <a:pt x="91" y="28"/>
                  </a:cubicBezTo>
                  <a:close/>
                  <a:moveTo>
                    <a:pt x="91" y="28"/>
                  </a:moveTo>
                  <a:cubicBezTo>
                    <a:pt x="91" y="28"/>
                    <a:pt x="91" y="28"/>
                    <a:pt x="91" y="28"/>
                  </a:cubicBezTo>
                  <a:cubicBezTo>
                    <a:pt x="96" y="28"/>
                    <a:pt x="98" y="27"/>
                    <a:pt x="99" y="27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98" y="27"/>
                    <a:pt x="96" y="28"/>
                    <a:pt x="91" y="29"/>
                  </a:cubicBezTo>
                  <a:cubicBezTo>
                    <a:pt x="88" y="29"/>
                    <a:pt x="84" y="29"/>
                    <a:pt x="83" y="29"/>
                  </a:cubicBezTo>
                  <a:cubicBezTo>
                    <a:pt x="83" y="29"/>
                    <a:pt x="83" y="29"/>
                    <a:pt x="83" y="29"/>
                  </a:cubicBezTo>
                  <a:cubicBezTo>
                    <a:pt x="84" y="29"/>
                    <a:pt x="88" y="29"/>
                    <a:pt x="91" y="28"/>
                  </a:cubicBezTo>
                  <a:close/>
                  <a:moveTo>
                    <a:pt x="91" y="29"/>
                  </a:moveTo>
                  <a:cubicBezTo>
                    <a:pt x="91" y="29"/>
                    <a:pt x="91" y="29"/>
                    <a:pt x="91" y="29"/>
                  </a:cubicBezTo>
                  <a:cubicBezTo>
                    <a:pt x="96" y="28"/>
                    <a:pt x="98" y="28"/>
                    <a:pt x="99" y="27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29"/>
                    <a:pt x="91" y="30"/>
                  </a:cubicBezTo>
                  <a:cubicBezTo>
                    <a:pt x="88" y="30"/>
                    <a:pt x="84" y="31"/>
                    <a:pt x="83" y="31"/>
                  </a:cubicBezTo>
                  <a:cubicBezTo>
                    <a:pt x="83" y="30"/>
                    <a:pt x="83" y="30"/>
                    <a:pt x="83" y="30"/>
                  </a:cubicBezTo>
                  <a:cubicBezTo>
                    <a:pt x="84" y="30"/>
                    <a:pt x="88" y="29"/>
                    <a:pt x="91" y="29"/>
                  </a:cubicBezTo>
                  <a:close/>
                  <a:moveTo>
                    <a:pt x="91" y="30"/>
                  </a:moveTo>
                  <a:cubicBezTo>
                    <a:pt x="91" y="30"/>
                    <a:pt x="91" y="30"/>
                    <a:pt x="91" y="30"/>
                  </a:cubicBezTo>
                  <a:cubicBezTo>
                    <a:pt x="95" y="30"/>
                    <a:pt x="98" y="29"/>
                    <a:pt x="99" y="29"/>
                  </a:cubicBezTo>
                  <a:cubicBezTo>
                    <a:pt x="99" y="29"/>
                    <a:pt x="99" y="29"/>
                    <a:pt x="99" y="29"/>
                  </a:cubicBezTo>
                  <a:cubicBezTo>
                    <a:pt x="98" y="29"/>
                    <a:pt x="96" y="30"/>
                    <a:pt x="91" y="31"/>
                  </a:cubicBezTo>
                  <a:cubicBezTo>
                    <a:pt x="88" y="31"/>
                    <a:pt x="84" y="31"/>
                    <a:pt x="83" y="31"/>
                  </a:cubicBezTo>
                  <a:cubicBezTo>
                    <a:pt x="83" y="31"/>
                    <a:pt x="83" y="31"/>
                    <a:pt x="83" y="31"/>
                  </a:cubicBezTo>
                  <a:cubicBezTo>
                    <a:pt x="84" y="31"/>
                    <a:pt x="88" y="30"/>
                    <a:pt x="91" y="30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0"/>
                    <a:pt x="91" y="31"/>
                  </a:cubicBezTo>
                  <a:cubicBezTo>
                    <a:pt x="88" y="31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1"/>
                    <a:pt x="88" y="31"/>
                    <a:pt x="91" y="31"/>
                  </a:cubicBezTo>
                  <a:close/>
                  <a:moveTo>
                    <a:pt x="91" y="31"/>
                  </a:moveTo>
                  <a:cubicBezTo>
                    <a:pt x="91" y="31"/>
                    <a:pt x="91" y="31"/>
                    <a:pt x="91" y="31"/>
                  </a:cubicBezTo>
                  <a:cubicBezTo>
                    <a:pt x="95" y="30"/>
                    <a:pt x="98" y="30"/>
                    <a:pt x="99" y="30"/>
                  </a:cubicBezTo>
                  <a:cubicBezTo>
                    <a:pt x="99" y="30"/>
                    <a:pt x="99" y="30"/>
                    <a:pt x="99" y="30"/>
                  </a:cubicBezTo>
                  <a:cubicBezTo>
                    <a:pt x="98" y="30"/>
                    <a:pt x="96" y="31"/>
                    <a:pt x="91" y="31"/>
                  </a:cubicBezTo>
                  <a:cubicBezTo>
                    <a:pt x="88" y="32"/>
                    <a:pt x="84" y="32"/>
                    <a:pt x="83" y="32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1"/>
                    <a:pt x="91" y="31"/>
                  </a:cubicBezTo>
                  <a:close/>
                  <a:moveTo>
                    <a:pt x="91" y="32"/>
                  </a:moveTo>
                  <a:cubicBezTo>
                    <a:pt x="91" y="32"/>
                    <a:pt x="91" y="32"/>
                    <a:pt x="91" y="32"/>
                  </a:cubicBezTo>
                  <a:cubicBezTo>
                    <a:pt x="95" y="31"/>
                    <a:pt x="98" y="31"/>
                    <a:pt x="99" y="30"/>
                  </a:cubicBezTo>
                  <a:cubicBezTo>
                    <a:pt x="99" y="31"/>
                    <a:pt x="99" y="31"/>
                    <a:pt x="99" y="31"/>
                  </a:cubicBezTo>
                  <a:cubicBezTo>
                    <a:pt x="98" y="32"/>
                    <a:pt x="96" y="32"/>
                    <a:pt x="91" y="33"/>
                  </a:cubicBezTo>
                  <a:cubicBezTo>
                    <a:pt x="88" y="33"/>
                    <a:pt x="84" y="34"/>
                    <a:pt x="83" y="34"/>
                  </a:cubicBezTo>
                  <a:cubicBezTo>
                    <a:pt x="83" y="32"/>
                    <a:pt x="83" y="32"/>
                    <a:pt x="83" y="32"/>
                  </a:cubicBezTo>
                  <a:cubicBezTo>
                    <a:pt x="84" y="32"/>
                    <a:pt x="88" y="32"/>
                    <a:pt x="91" y="32"/>
                  </a:cubicBezTo>
                  <a:close/>
                  <a:moveTo>
                    <a:pt x="91" y="33"/>
                  </a:moveTo>
                  <a:cubicBezTo>
                    <a:pt x="91" y="33"/>
                    <a:pt x="91" y="33"/>
                    <a:pt x="91" y="33"/>
                  </a:cubicBezTo>
                  <a:cubicBezTo>
                    <a:pt x="95" y="32"/>
                    <a:pt x="98" y="32"/>
                    <a:pt x="99" y="32"/>
                  </a:cubicBezTo>
                  <a:cubicBezTo>
                    <a:pt x="99" y="33"/>
                    <a:pt x="99" y="33"/>
                    <a:pt x="99" y="33"/>
                  </a:cubicBezTo>
                  <a:cubicBezTo>
                    <a:pt x="98" y="33"/>
                    <a:pt x="96" y="33"/>
                    <a:pt x="91" y="33"/>
                  </a:cubicBezTo>
                  <a:cubicBezTo>
                    <a:pt x="88" y="34"/>
                    <a:pt x="84" y="34"/>
                    <a:pt x="83" y="34"/>
                  </a:cubicBezTo>
                  <a:cubicBezTo>
                    <a:pt x="83" y="34"/>
                    <a:pt x="83" y="34"/>
                    <a:pt x="83" y="34"/>
                  </a:cubicBezTo>
                  <a:cubicBezTo>
                    <a:pt x="84" y="34"/>
                    <a:pt x="88" y="33"/>
                    <a:pt x="91" y="33"/>
                  </a:cubicBezTo>
                  <a:close/>
                  <a:moveTo>
                    <a:pt x="98" y="4"/>
                  </a:moveTo>
                  <a:cubicBezTo>
                    <a:pt x="98" y="4"/>
                    <a:pt x="98" y="4"/>
                    <a:pt x="98" y="4"/>
                  </a:cubicBezTo>
                  <a:cubicBezTo>
                    <a:pt x="100" y="4"/>
                    <a:pt x="100" y="4"/>
                    <a:pt x="100" y="4"/>
                  </a:cubicBezTo>
                  <a:cubicBezTo>
                    <a:pt x="100" y="6"/>
                    <a:pt x="100" y="6"/>
                    <a:pt x="100" y="6"/>
                  </a:cubicBezTo>
                  <a:cubicBezTo>
                    <a:pt x="98" y="6"/>
                    <a:pt x="98" y="6"/>
                    <a:pt x="98" y="6"/>
                  </a:cubicBezTo>
                  <a:lnTo>
                    <a:pt x="98" y="4"/>
                  </a:lnTo>
                  <a:close/>
                  <a:moveTo>
                    <a:pt x="95" y="7"/>
                  </a:moveTo>
                  <a:cubicBezTo>
                    <a:pt x="95" y="7"/>
                    <a:pt x="95" y="7"/>
                    <a:pt x="95" y="7"/>
                  </a:cubicBezTo>
                  <a:cubicBezTo>
                    <a:pt x="95" y="5"/>
                    <a:pt x="95" y="5"/>
                    <a:pt x="95" y="5"/>
                  </a:cubicBezTo>
                  <a:cubicBezTo>
                    <a:pt x="97" y="5"/>
                    <a:pt x="97" y="5"/>
                    <a:pt x="97" y="5"/>
                  </a:cubicBezTo>
                  <a:cubicBezTo>
                    <a:pt x="97" y="7"/>
                    <a:pt x="97" y="7"/>
                    <a:pt x="97" y="7"/>
                  </a:cubicBezTo>
                  <a:lnTo>
                    <a:pt x="95" y="7"/>
                  </a:lnTo>
                  <a:close/>
                  <a:moveTo>
                    <a:pt x="92" y="8"/>
                  </a:moveTo>
                  <a:cubicBezTo>
                    <a:pt x="92" y="8"/>
                    <a:pt x="92" y="8"/>
                    <a:pt x="92" y="8"/>
                  </a:cubicBezTo>
                  <a:cubicBezTo>
                    <a:pt x="92" y="6"/>
                    <a:pt x="92" y="6"/>
                    <a:pt x="92" y="6"/>
                  </a:cubicBezTo>
                  <a:cubicBezTo>
                    <a:pt x="94" y="5"/>
                    <a:pt x="94" y="5"/>
                    <a:pt x="94" y="5"/>
                  </a:cubicBezTo>
                  <a:cubicBezTo>
                    <a:pt x="94" y="7"/>
                    <a:pt x="94" y="7"/>
                    <a:pt x="94" y="7"/>
                  </a:cubicBezTo>
                  <a:lnTo>
                    <a:pt x="92" y="8"/>
                  </a:lnTo>
                  <a:close/>
                  <a:moveTo>
                    <a:pt x="87" y="9"/>
                  </a:moveTo>
                  <a:cubicBezTo>
                    <a:pt x="87" y="9"/>
                    <a:pt x="87" y="9"/>
                    <a:pt x="87" y="9"/>
                  </a:cubicBezTo>
                  <a:cubicBezTo>
                    <a:pt x="87" y="7"/>
                    <a:pt x="87" y="7"/>
                    <a:pt x="87" y="7"/>
                  </a:cubicBezTo>
                  <a:cubicBezTo>
                    <a:pt x="89" y="7"/>
                    <a:pt x="89" y="7"/>
                    <a:pt x="89" y="7"/>
                  </a:cubicBezTo>
                  <a:cubicBezTo>
                    <a:pt x="89" y="9"/>
                    <a:pt x="89" y="9"/>
                    <a:pt x="89" y="9"/>
                  </a:cubicBezTo>
                  <a:lnTo>
                    <a:pt x="87" y="9"/>
                  </a:lnTo>
                  <a:close/>
                  <a:moveTo>
                    <a:pt x="105" y="43"/>
                  </a:moveTo>
                  <a:cubicBezTo>
                    <a:pt x="105" y="43"/>
                    <a:pt x="105" y="43"/>
                    <a:pt x="105" y="43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5" y="44"/>
                    <a:pt x="105" y="44"/>
                    <a:pt x="105" y="44"/>
                  </a:cubicBezTo>
                  <a:lnTo>
                    <a:pt x="105" y="43"/>
                  </a:lnTo>
                  <a:close/>
                  <a:moveTo>
                    <a:pt x="102" y="45"/>
                  </a:moveTo>
                  <a:cubicBezTo>
                    <a:pt x="102" y="45"/>
                    <a:pt x="102" y="45"/>
                    <a:pt x="102" y="45"/>
                  </a:cubicBezTo>
                  <a:cubicBezTo>
                    <a:pt x="101" y="46"/>
                    <a:pt x="101" y="46"/>
                    <a:pt x="101" y="46"/>
                  </a:cubicBezTo>
                  <a:cubicBezTo>
                    <a:pt x="99" y="45"/>
                    <a:pt x="99" y="45"/>
                    <a:pt x="99" y="45"/>
                  </a:cubicBezTo>
                  <a:lnTo>
                    <a:pt x="102" y="45"/>
                  </a:lnTo>
                  <a:close/>
                  <a:moveTo>
                    <a:pt x="78" y="47"/>
                  </a:moveTo>
                  <a:cubicBezTo>
                    <a:pt x="78" y="47"/>
                    <a:pt x="78" y="47"/>
                    <a:pt x="78" y="47"/>
                  </a:cubicBezTo>
                  <a:cubicBezTo>
                    <a:pt x="78" y="47"/>
                    <a:pt x="78" y="47"/>
                    <a:pt x="78" y="47"/>
                  </a:cubicBezTo>
                  <a:cubicBezTo>
                    <a:pt x="81" y="48"/>
                    <a:pt x="81" y="48"/>
                    <a:pt x="81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4" y="47"/>
                    <a:pt x="74" y="47"/>
                    <a:pt x="74" y="47"/>
                  </a:cubicBezTo>
                  <a:lnTo>
                    <a:pt x="78" y="47"/>
                  </a:lnTo>
                  <a:close/>
                  <a:moveTo>
                    <a:pt x="70" y="47"/>
                  </a:moveTo>
                  <a:cubicBezTo>
                    <a:pt x="70" y="47"/>
                    <a:pt x="70" y="47"/>
                    <a:pt x="70" y="47"/>
                  </a:cubicBezTo>
                  <a:cubicBezTo>
                    <a:pt x="70" y="47"/>
                    <a:pt x="70" y="47"/>
                    <a:pt x="70" y="47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70" y="48"/>
                    <a:pt x="70" y="48"/>
                    <a:pt x="70" y="48"/>
                  </a:cubicBezTo>
                  <a:cubicBezTo>
                    <a:pt x="66" y="47"/>
                    <a:pt x="66" y="47"/>
                    <a:pt x="66" y="47"/>
                  </a:cubicBezTo>
                  <a:lnTo>
                    <a:pt x="70" y="47"/>
                  </a:lnTo>
                  <a:close/>
                  <a:moveTo>
                    <a:pt x="62" y="47"/>
                  </a:moveTo>
                  <a:cubicBezTo>
                    <a:pt x="62" y="47"/>
                    <a:pt x="62" y="47"/>
                    <a:pt x="62" y="47"/>
                  </a:cubicBezTo>
                  <a:cubicBezTo>
                    <a:pt x="65" y="48"/>
                    <a:pt x="65" y="48"/>
                    <a:pt x="65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58" y="47"/>
                    <a:pt x="58" y="47"/>
                    <a:pt x="58" y="47"/>
                  </a:cubicBezTo>
                  <a:lnTo>
                    <a:pt x="62" y="47"/>
                  </a:lnTo>
                  <a:close/>
                  <a:moveTo>
                    <a:pt x="60" y="48"/>
                  </a:move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8"/>
                    <a:pt x="60" y="48"/>
                    <a:pt x="60" y="48"/>
                  </a:cubicBezTo>
                  <a:close/>
                  <a:moveTo>
                    <a:pt x="41" y="48"/>
                  </a:moveTo>
                  <a:cubicBezTo>
                    <a:pt x="41" y="48"/>
                    <a:pt x="41" y="48"/>
                    <a:pt x="41" y="48"/>
                  </a:cubicBezTo>
                  <a:cubicBezTo>
                    <a:pt x="43" y="49"/>
                    <a:pt x="43" y="49"/>
                    <a:pt x="43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38" y="48"/>
                    <a:pt x="38" y="48"/>
                    <a:pt x="38" y="48"/>
                  </a:cubicBezTo>
                  <a:lnTo>
                    <a:pt x="41" y="48"/>
                  </a:lnTo>
                  <a:close/>
                  <a:moveTo>
                    <a:pt x="39" y="53"/>
                  </a:moveTo>
                  <a:cubicBezTo>
                    <a:pt x="39" y="53"/>
                    <a:pt x="39" y="53"/>
                    <a:pt x="39" y="53"/>
                  </a:cubicBezTo>
                  <a:cubicBezTo>
                    <a:pt x="39" y="53"/>
                    <a:pt x="39" y="53"/>
                    <a:pt x="39" y="53"/>
                  </a:cubicBezTo>
                  <a:cubicBezTo>
                    <a:pt x="38" y="53"/>
                    <a:pt x="38" y="53"/>
                    <a:pt x="38" y="53"/>
                  </a:cubicBezTo>
                  <a:cubicBezTo>
                    <a:pt x="38" y="48"/>
                    <a:pt x="38" y="48"/>
                    <a:pt x="38" y="48"/>
                  </a:cubicBezTo>
                  <a:cubicBezTo>
                    <a:pt x="39" y="49"/>
                    <a:pt x="39" y="49"/>
                    <a:pt x="39" y="49"/>
                  </a:cubicBezTo>
                  <a:lnTo>
                    <a:pt x="39" y="53"/>
                  </a:lnTo>
                  <a:close/>
                  <a:moveTo>
                    <a:pt x="45" y="53"/>
                  </a:moveTo>
                  <a:cubicBezTo>
                    <a:pt x="45" y="53"/>
                    <a:pt x="45" y="53"/>
                    <a:pt x="45" y="53"/>
                  </a:cubicBezTo>
                  <a:cubicBezTo>
                    <a:pt x="40" y="53"/>
                    <a:pt x="40" y="53"/>
                    <a:pt x="40" y="53"/>
                  </a:cubicBezTo>
                  <a:cubicBezTo>
                    <a:pt x="40" y="49"/>
                    <a:pt x="40" y="49"/>
                    <a:pt x="40" y="49"/>
                  </a:cubicBezTo>
                  <a:cubicBezTo>
                    <a:pt x="42" y="49"/>
                    <a:pt x="42" y="49"/>
                    <a:pt x="42" y="49"/>
                  </a:cubicBezTo>
                  <a:cubicBezTo>
                    <a:pt x="45" y="49"/>
                    <a:pt x="45" y="49"/>
                    <a:pt x="45" y="49"/>
                  </a:cubicBezTo>
                  <a:lnTo>
                    <a:pt x="45" y="53"/>
                  </a:lnTo>
                  <a:close/>
                  <a:moveTo>
                    <a:pt x="45" y="49"/>
                  </a:moveTo>
                  <a:cubicBezTo>
                    <a:pt x="45" y="49"/>
                    <a:pt x="45" y="49"/>
                    <a:pt x="45" y="49"/>
                  </a:cubicBezTo>
                  <a:cubicBezTo>
                    <a:pt x="44" y="49"/>
                    <a:pt x="44" y="49"/>
                    <a:pt x="44" y="49"/>
                  </a:cubicBezTo>
                  <a:cubicBezTo>
                    <a:pt x="41" y="48"/>
                    <a:pt x="41" y="48"/>
                    <a:pt x="41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5" y="49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51" y="49"/>
                    <a:pt x="51" y="49"/>
                    <a:pt x="51" y="49"/>
                  </a:cubicBezTo>
                  <a:cubicBezTo>
                    <a:pt x="48" y="49"/>
                    <a:pt x="48" y="49"/>
                    <a:pt x="48" y="49"/>
                  </a:cubicBezTo>
                  <a:cubicBezTo>
                    <a:pt x="45" y="48"/>
                    <a:pt x="45" y="48"/>
                    <a:pt x="45" y="48"/>
                  </a:cubicBezTo>
                  <a:lnTo>
                    <a:pt x="48" y="48"/>
                  </a:lnTo>
                  <a:close/>
                  <a:moveTo>
                    <a:pt x="47" y="49"/>
                  </a:moveTo>
                  <a:cubicBezTo>
                    <a:pt x="47" y="49"/>
                    <a:pt x="47" y="49"/>
                    <a:pt x="47" y="49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6" y="48"/>
                    <a:pt x="46" y="48"/>
                    <a:pt x="46" y="48"/>
                  </a:cubicBezTo>
                  <a:lnTo>
                    <a:pt x="47" y="49"/>
                  </a:lnTo>
                  <a:close/>
                  <a:moveTo>
                    <a:pt x="52" y="53"/>
                  </a:moveTo>
                  <a:cubicBezTo>
                    <a:pt x="52" y="53"/>
                    <a:pt x="52" y="53"/>
                    <a:pt x="52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49"/>
                    <a:pt x="46" y="49"/>
                    <a:pt x="46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49" y="49"/>
                    <a:pt x="49" y="49"/>
                    <a:pt x="49" y="49"/>
                  </a:cubicBezTo>
                  <a:cubicBezTo>
                    <a:pt x="52" y="49"/>
                    <a:pt x="52" y="49"/>
                    <a:pt x="52" y="49"/>
                  </a:cubicBezTo>
                  <a:lnTo>
                    <a:pt x="52" y="53"/>
                  </a:lnTo>
                  <a:close/>
                  <a:moveTo>
                    <a:pt x="52" y="49"/>
                  </a:moveTo>
                  <a:cubicBezTo>
                    <a:pt x="52" y="49"/>
                    <a:pt x="52" y="49"/>
                    <a:pt x="52" y="49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2" y="48"/>
                    <a:pt x="52" y="48"/>
                    <a:pt x="52" y="48"/>
                  </a:cubicBezTo>
                  <a:lnTo>
                    <a:pt x="52" y="49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5" y="49"/>
                    <a:pt x="55" y="49"/>
                    <a:pt x="55" y="49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2" y="48"/>
                  </a:lnTo>
                  <a:close/>
                  <a:moveTo>
                    <a:pt x="54" y="49"/>
                  </a:moveTo>
                  <a:cubicBezTo>
                    <a:pt x="54" y="49"/>
                    <a:pt x="54" y="49"/>
                    <a:pt x="54" y="49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3" y="48"/>
                    <a:pt x="53" y="48"/>
                    <a:pt x="53" y="48"/>
                  </a:cubicBezTo>
                  <a:lnTo>
                    <a:pt x="54" y="49"/>
                  </a:lnTo>
                  <a:close/>
                  <a:moveTo>
                    <a:pt x="59" y="53"/>
                  </a:moveTo>
                  <a:cubicBezTo>
                    <a:pt x="59" y="53"/>
                    <a:pt x="59" y="53"/>
                    <a:pt x="59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3" y="49"/>
                    <a:pt x="53" y="49"/>
                    <a:pt x="53" y="49"/>
                  </a:cubicBezTo>
                  <a:cubicBezTo>
                    <a:pt x="59" y="49"/>
                    <a:pt x="59" y="49"/>
                    <a:pt x="59" y="49"/>
                  </a:cubicBezTo>
                  <a:lnTo>
                    <a:pt x="59" y="53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8"/>
                    <a:pt x="59" y="48"/>
                    <a:pt x="59" y="48"/>
                  </a:cubicBezTo>
                  <a:close/>
                  <a:moveTo>
                    <a:pt x="67" y="54"/>
                  </a:moveTo>
                  <a:cubicBezTo>
                    <a:pt x="67" y="54"/>
                    <a:pt x="67" y="54"/>
                    <a:pt x="67" y="54"/>
                  </a:cubicBezTo>
                  <a:cubicBezTo>
                    <a:pt x="60" y="53"/>
                    <a:pt x="60" y="53"/>
                    <a:pt x="60" y="53"/>
                  </a:cubicBezTo>
                  <a:cubicBezTo>
                    <a:pt x="60" y="49"/>
                    <a:pt x="60" y="49"/>
                    <a:pt x="60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6" y="49"/>
                    <a:pt x="66" y="49"/>
                    <a:pt x="66" y="49"/>
                  </a:cubicBezTo>
                  <a:cubicBezTo>
                    <a:pt x="67" y="49"/>
                    <a:pt x="67" y="49"/>
                    <a:pt x="67" y="49"/>
                  </a:cubicBezTo>
                  <a:lnTo>
                    <a:pt x="67" y="54"/>
                  </a:lnTo>
                  <a:close/>
                  <a:moveTo>
                    <a:pt x="67" y="48"/>
                  </a:moveTo>
                  <a:cubicBezTo>
                    <a:pt x="67" y="48"/>
                    <a:pt x="67" y="48"/>
                    <a:pt x="67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3" y="47"/>
                    <a:pt x="63" y="47"/>
                    <a:pt x="63" y="47"/>
                  </a:cubicBezTo>
                  <a:cubicBezTo>
                    <a:pt x="66" y="47"/>
                    <a:pt x="66" y="47"/>
                    <a:pt x="66" y="47"/>
                  </a:cubicBezTo>
                  <a:cubicBezTo>
                    <a:pt x="69" y="48"/>
                    <a:pt x="69" y="48"/>
                    <a:pt x="69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ubicBezTo>
                    <a:pt x="67" y="48"/>
                    <a:pt x="67" y="48"/>
                    <a:pt x="67" y="48"/>
                  </a:cubicBezTo>
                  <a:close/>
                  <a:moveTo>
                    <a:pt x="75" y="54"/>
                  </a:moveTo>
                  <a:cubicBezTo>
                    <a:pt x="75" y="54"/>
                    <a:pt x="75" y="54"/>
                    <a:pt x="75" y="54"/>
                  </a:cubicBezTo>
                  <a:cubicBezTo>
                    <a:pt x="67" y="54"/>
                    <a:pt x="67" y="54"/>
                    <a:pt x="67" y="54"/>
                  </a:cubicBezTo>
                  <a:cubicBezTo>
                    <a:pt x="67" y="49"/>
                    <a:pt x="67" y="49"/>
                    <a:pt x="67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4" y="49"/>
                    <a:pt x="74" y="49"/>
                  </a:cubicBezTo>
                  <a:cubicBezTo>
                    <a:pt x="75" y="49"/>
                    <a:pt x="75" y="49"/>
                    <a:pt x="75" y="49"/>
                  </a:cubicBezTo>
                  <a:lnTo>
                    <a:pt x="75" y="54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1" y="47"/>
                    <a:pt x="71" y="47"/>
                    <a:pt x="71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ubicBezTo>
                    <a:pt x="75" y="48"/>
                    <a:pt x="75" y="48"/>
                    <a:pt x="75" y="48"/>
                  </a:cubicBezTo>
                  <a:close/>
                  <a:moveTo>
                    <a:pt x="83" y="54"/>
                  </a:moveTo>
                  <a:cubicBezTo>
                    <a:pt x="83" y="54"/>
                    <a:pt x="83" y="54"/>
                    <a:pt x="83" y="54"/>
                  </a:cubicBezTo>
                  <a:cubicBezTo>
                    <a:pt x="75" y="54"/>
                    <a:pt x="75" y="54"/>
                    <a:pt x="75" y="54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77" y="48"/>
                    <a:pt x="77" y="48"/>
                    <a:pt x="77" y="48"/>
                  </a:cubicBezTo>
                  <a:cubicBezTo>
                    <a:pt x="83" y="48"/>
                    <a:pt x="83" y="48"/>
                    <a:pt x="83" y="48"/>
                  </a:cubicBezTo>
                  <a:lnTo>
                    <a:pt x="83" y="54"/>
                  </a:lnTo>
                  <a:close/>
                  <a:moveTo>
                    <a:pt x="83" y="48"/>
                  </a:moveTo>
                  <a:cubicBezTo>
                    <a:pt x="83" y="48"/>
                    <a:pt x="83" y="48"/>
                    <a:pt x="83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79" y="47"/>
                    <a:pt x="79" y="47"/>
                    <a:pt x="79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2" y="47"/>
                    <a:pt x="82" y="47"/>
                    <a:pt x="82" y="47"/>
                  </a:cubicBezTo>
                  <a:cubicBezTo>
                    <a:pt x="86" y="48"/>
                    <a:pt x="86" y="48"/>
                    <a:pt x="86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3" y="48"/>
                    <a:pt x="83" y="48"/>
                    <a:pt x="83" y="48"/>
                  </a:cubicBezTo>
                  <a:close/>
                  <a:moveTo>
                    <a:pt x="90" y="54"/>
                  </a:moveTo>
                  <a:cubicBezTo>
                    <a:pt x="90" y="54"/>
                    <a:pt x="90" y="54"/>
                    <a:pt x="90" y="54"/>
                  </a:cubicBezTo>
                  <a:cubicBezTo>
                    <a:pt x="84" y="54"/>
                    <a:pt x="84" y="54"/>
                    <a:pt x="84" y="54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90" y="48"/>
                    <a:pt x="90" y="48"/>
                    <a:pt x="90" y="48"/>
                  </a:cubicBezTo>
                  <a:lnTo>
                    <a:pt x="90" y="54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3" y="47"/>
                    <a:pt x="83" y="47"/>
                    <a:pt x="83" y="47"/>
                  </a:cubicBezTo>
                  <a:cubicBezTo>
                    <a:pt x="87" y="46"/>
                    <a:pt x="87" y="46"/>
                    <a:pt x="87" y="46"/>
                  </a:cubicBezTo>
                  <a:cubicBezTo>
                    <a:pt x="87" y="47"/>
                    <a:pt x="87" y="47"/>
                    <a:pt x="87" y="47"/>
                  </a:cubicBezTo>
                  <a:cubicBezTo>
                    <a:pt x="90" y="48"/>
                    <a:pt x="90" y="48"/>
                    <a:pt x="90" y="48"/>
                  </a:cubicBezTo>
                  <a:close/>
                  <a:moveTo>
                    <a:pt x="94" y="54"/>
                  </a:moveTo>
                  <a:cubicBezTo>
                    <a:pt x="94" y="54"/>
                    <a:pt x="94" y="54"/>
                    <a:pt x="94" y="54"/>
                  </a:cubicBezTo>
                  <a:cubicBezTo>
                    <a:pt x="91" y="54"/>
                    <a:pt x="91" y="54"/>
                    <a:pt x="91" y="54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4" y="48"/>
                    <a:pt x="94" y="48"/>
                    <a:pt x="94" y="48"/>
                  </a:cubicBezTo>
                  <a:lnTo>
                    <a:pt x="94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8"/>
                    <a:pt x="91" y="48"/>
                    <a:pt x="91" y="48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0" y="46"/>
                    <a:pt x="90" y="46"/>
                    <a:pt x="90" y="46"/>
                  </a:cubicBezTo>
                  <a:cubicBezTo>
                    <a:pt x="90" y="48"/>
                    <a:pt x="90" y="48"/>
                    <a:pt x="90" y="48"/>
                  </a:cubicBezTo>
                  <a:cubicBezTo>
                    <a:pt x="88" y="46"/>
                    <a:pt x="88" y="46"/>
                    <a:pt x="88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1" y="46"/>
                    <a:pt x="91" y="46"/>
                    <a:pt x="91" y="46"/>
                  </a:cubicBezTo>
                  <a:cubicBezTo>
                    <a:pt x="94" y="47"/>
                    <a:pt x="94" y="47"/>
                    <a:pt x="94" y="47"/>
                  </a:cubicBezTo>
                  <a:lnTo>
                    <a:pt x="94" y="48"/>
                  </a:lnTo>
                  <a:close/>
                  <a:moveTo>
                    <a:pt x="101" y="54"/>
                  </a:moveTo>
                  <a:cubicBezTo>
                    <a:pt x="101" y="54"/>
                    <a:pt x="101" y="54"/>
                    <a:pt x="101" y="54"/>
                  </a:cubicBezTo>
                  <a:cubicBezTo>
                    <a:pt x="94" y="54"/>
                    <a:pt x="94" y="54"/>
                    <a:pt x="94" y="54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1" y="48"/>
                    <a:pt x="101" y="48"/>
                    <a:pt x="101" y="48"/>
                  </a:cubicBezTo>
                  <a:lnTo>
                    <a:pt x="101" y="54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94" y="47"/>
                    <a:pt x="94" y="47"/>
                    <a:pt x="94" y="47"/>
                  </a:cubicBezTo>
                  <a:cubicBezTo>
                    <a:pt x="95" y="48"/>
                    <a:pt x="95" y="48"/>
                    <a:pt x="95" y="48"/>
                  </a:cubicBezTo>
                  <a:lnTo>
                    <a:pt x="94" y="48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89" y="45"/>
                    <a:pt x="89" y="45"/>
                    <a:pt x="89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1" y="46"/>
                    <a:pt x="101" y="46"/>
                    <a:pt x="101" y="46"/>
                  </a:cubicBezTo>
                  <a:lnTo>
                    <a:pt x="101" y="48"/>
                  </a:lnTo>
                  <a:close/>
                  <a:moveTo>
                    <a:pt x="103" y="54"/>
                  </a:moveTo>
                  <a:cubicBezTo>
                    <a:pt x="103" y="54"/>
                    <a:pt x="103" y="54"/>
                    <a:pt x="103" y="54"/>
                  </a:cubicBezTo>
                  <a:cubicBezTo>
                    <a:pt x="101" y="54"/>
                    <a:pt x="101" y="54"/>
                    <a:pt x="101" y="54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3" y="48"/>
                    <a:pt x="103" y="48"/>
                    <a:pt x="103" y="48"/>
                  </a:cubicBezTo>
                  <a:lnTo>
                    <a:pt x="103" y="54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3" y="47"/>
                    <a:pt x="103" y="47"/>
                    <a:pt x="103" y="47"/>
                  </a:cubicBezTo>
                  <a:lnTo>
                    <a:pt x="103" y="48"/>
                  </a:lnTo>
                  <a:close/>
                  <a:moveTo>
                    <a:pt x="104" y="46"/>
                  </a:moveTo>
                  <a:cubicBezTo>
                    <a:pt x="104" y="46"/>
                    <a:pt x="104" y="46"/>
                    <a:pt x="104" y="46"/>
                  </a:cubicBezTo>
                  <a:cubicBezTo>
                    <a:pt x="102" y="46"/>
                    <a:pt x="102" y="46"/>
                    <a:pt x="102" y="46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4" y="44"/>
                    <a:pt x="104" y="44"/>
                    <a:pt x="104" y="44"/>
                  </a:cubicBezTo>
                  <a:lnTo>
                    <a:pt x="104" y="46"/>
                  </a:lnTo>
                  <a:close/>
                  <a:moveTo>
                    <a:pt x="110" y="54"/>
                  </a:moveTo>
                  <a:cubicBezTo>
                    <a:pt x="110" y="54"/>
                    <a:pt x="110" y="54"/>
                    <a:pt x="110" y="54"/>
                  </a:cubicBezTo>
                  <a:cubicBezTo>
                    <a:pt x="104" y="54"/>
                    <a:pt x="104" y="54"/>
                    <a:pt x="104" y="54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6" y="48"/>
                    <a:pt x="106" y="48"/>
                    <a:pt x="106" y="48"/>
                  </a:cubicBezTo>
                  <a:cubicBezTo>
                    <a:pt x="110" y="48"/>
                    <a:pt x="110" y="48"/>
                    <a:pt x="110" y="48"/>
                  </a:cubicBezTo>
                  <a:lnTo>
                    <a:pt x="110" y="54"/>
                  </a:lnTo>
                  <a:close/>
                  <a:moveTo>
                    <a:pt x="111" y="47"/>
                  </a:moveTo>
                  <a:cubicBezTo>
                    <a:pt x="111" y="47"/>
                    <a:pt x="111" y="47"/>
                    <a:pt x="111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06" y="47"/>
                    <a:pt x="106" y="47"/>
                    <a:pt x="106" y="47"/>
                  </a:cubicBezTo>
                  <a:cubicBezTo>
                    <a:pt x="104" y="47"/>
                    <a:pt x="104" y="47"/>
                    <a:pt x="104" y="47"/>
                  </a:cubicBezTo>
                  <a:cubicBezTo>
                    <a:pt x="104" y="44"/>
                    <a:pt x="104" y="44"/>
                    <a:pt x="104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11" y="45"/>
                    <a:pt x="111" y="45"/>
                    <a:pt x="111" y="45"/>
                  </a:cubicBezTo>
                  <a:lnTo>
                    <a:pt x="111" y="47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3"/>
                    <a:pt x="106" y="43"/>
                    <a:pt x="106" y="43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08" y="44"/>
                    <a:pt x="108" y="44"/>
                    <a:pt x="108" y="44"/>
                  </a:cubicBezTo>
                  <a:lnTo>
                    <a:pt x="106" y="44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5"/>
                    <a:pt x="111" y="45"/>
                    <a:pt x="111" y="45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11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10" y="43"/>
                    <a:pt x="110" y="43"/>
                    <a:pt x="110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0" y="44"/>
                  </a:lnTo>
                  <a:close/>
                  <a:moveTo>
                    <a:pt x="110" y="44"/>
                  </a:moveTo>
                  <a:cubicBezTo>
                    <a:pt x="110" y="44"/>
                    <a:pt x="110" y="44"/>
                    <a:pt x="110" y="44"/>
                  </a:cubicBezTo>
                  <a:cubicBezTo>
                    <a:pt x="108" y="44"/>
                    <a:pt x="108" y="44"/>
                    <a:pt x="108" y="44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0" y="43"/>
                    <a:pt x="110" y="43"/>
                    <a:pt x="110" y="43"/>
                  </a:cubicBezTo>
                  <a:lnTo>
                    <a:pt x="110" y="44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6" y="47"/>
                    <a:pt x="116" y="47"/>
                    <a:pt x="116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54"/>
                    <a:pt x="120" y="54"/>
                    <a:pt x="120" y="54"/>
                  </a:cubicBezTo>
                  <a:cubicBezTo>
                    <a:pt x="114" y="54"/>
                    <a:pt x="114" y="54"/>
                    <a:pt x="114" y="54"/>
                  </a:cubicBezTo>
                  <a:lnTo>
                    <a:pt x="114" y="47"/>
                  </a:lnTo>
                  <a:close/>
                  <a:moveTo>
                    <a:pt x="114" y="47"/>
                  </a:moveTo>
                  <a:cubicBezTo>
                    <a:pt x="114" y="47"/>
                    <a:pt x="114" y="47"/>
                    <a:pt x="114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4"/>
                    <a:pt x="113" y="54"/>
                    <a:pt x="113" y="54"/>
                  </a:cubicBezTo>
                  <a:cubicBezTo>
                    <a:pt x="111" y="54"/>
                    <a:pt x="111" y="54"/>
                    <a:pt x="111" y="54"/>
                  </a:cubicBezTo>
                  <a:cubicBezTo>
                    <a:pt x="111" y="48"/>
                    <a:pt x="111" y="48"/>
                    <a:pt x="111" y="48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7"/>
                    <a:pt x="111" y="47"/>
                    <a:pt x="111" y="47"/>
                  </a:cubicBezTo>
                  <a:cubicBezTo>
                    <a:pt x="111" y="46"/>
                    <a:pt x="111" y="46"/>
                    <a:pt x="111" y="46"/>
                  </a:cubicBezTo>
                  <a:lnTo>
                    <a:pt x="114" y="47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2" y="37"/>
                    <a:pt x="112" y="37"/>
                    <a:pt x="112" y="37"/>
                  </a:cubicBezTo>
                  <a:cubicBezTo>
                    <a:pt x="108" y="37"/>
                    <a:pt x="108" y="37"/>
                    <a:pt x="108" y="37"/>
                  </a:cubicBezTo>
                  <a:cubicBezTo>
                    <a:pt x="108" y="43"/>
                    <a:pt x="108" y="43"/>
                    <a:pt x="108" y="43"/>
                  </a:cubicBezTo>
                  <a:cubicBezTo>
                    <a:pt x="112" y="43"/>
                    <a:pt x="112" y="43"/>
                    <a:pt x="112" y="43"/>
                  </a:cubicBezTo>
                  <a:cubicBezTo>
                    <a:pt x="112" y="44"/>
                    <a:pt x="112" y="44"/>
                    <a:pt x="112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05" y="42"/>
                    <a:pt x="105" y="42"/>
                    <a:pt x="105" y="42"/>
                  </a:cubicBezTo>
                  <a:cubicBezTo>
                    <a:pt x="105" y="36"/>
                    <a:pt x="105" y="36"/>
                    <a:pt x="105" y="36"/>
                  </a:cubicBezTo>
                  <a:cubicBezTo>
                    <a:pt x="112" y="37"/>
                    <a:pt x="112" y="37"/>
                    <a:pt x="112" y="37"/>
                  </a:cubicBezTo>
                  <a:lnTo>
                    <a:pt x="112" y="44"/>
                  </a:lnTo>
                  <a:close/>
                  <a:moveTo>
                    <a:pt x="115" y="5"/>
                  </a:moveTo>
                  <a:cubicBezTo>
                    <a:pt x="115" y="5"/>
                    <a:pt x="115" y="5"/>
                    <a:pt x="115" y="5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7" y="6"/>
                    <a:pt x="117" y="6"/>
                    <a:pt x="117" y="6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7"/>
                    <a:pt x="115" y="7"/>
                    <a:pt x="115" y="7"/>
                  </a:cubicBezTo>
                  <a:lnTo>
                    <a:pt x="115" y="5"/>
                  </a:lnTo>
                  <a:close/>
                  <a:moveTo>
                    <a:pt x="115" y="7"/>
                  </a:moveTo>
                  <a:cubicBezTo>
                    <a:pt x="115" y="7"/>
                    <a:pt x="115" y="7"/>
                    <a:pt x="115" y="7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7" y="8"/>
                    <a:pt x="117" y="8"/>
                    <a:pt x="117" y="8"/>
                  </a:cubicBezTo>
                  <a:cubicBezTo>
                    <a:pt x="115" y="8"/>
                    <a:pt x="115" y="8"/>
                    <a:pt x="115" y="8"/>
                  </a:cubicBezTo>
                  <a:lnTo>
                    <a:pt x="115" y="7"/>
                  </a:lnTo>
                  <a:close/>
                  <a:moveTo>
                    <a:pt x="115" y="8"/>
                  </a:moveTo>
                  <a:cubicBezTo>
                    <a:pt x="115" y="8"/>
                    <a:pt x="115" y="8"/>
                    <a:pt x="115" y="8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5" y="8"/>
                    <a:pt x="115" y="8"/>
                    <a:pt x="115" y="8"/>
                  </a:cubicBezTo>
                  <a:close/>
                  <a:moveTo>
                    <a:pt x="115" y="9"/>
                  </a:moveTo>
                  <a:cubicBezTo>
                    <a:pt x="115" y="9"/>
                    <a:pt x="115" y="9"/>
                    <a:pt x="115" y="9"/>
                  </a:cubicBezTo>
                  <a:cubicBezTo>
                    <a:pt x="117" y="9"/>
                    <a:pt x="117" y="9"/>
                    <a:pt x="117" y="9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5" y="10"/>
                    <a:pt x="115" y="10"/>
                    <a:pt x="115" y="10"/>
                  </a:cubicBezTo>
                  <a:lnTo>
                    <a:pt x="115" y="9"/>
                  </a:lnTo>
                  <a:close/>
                  <a:moveTo>
                    <a:pt x="115" y="10"/>
                  </a:moveTo>
                  <a:cubicBezTo>
                    <a:pt x="115" y="10"/>
                    <a:pt x="115" y="10"/>
                    <a:pt x="115" y="10"/>
                  </a:cubicBezTo>
                  <a:cubicBezTo>
                    <a:pt x="117" y="11"/>
                    <a:pt x="117" y="11"/>
                    <a:pt x="117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1"/>
                    <a:pt x="115" y="11"/>
                    <a:pt x="115" y="11"/>
                  </a:cubicBezTo>
                  <a:lnTo>
                    <a:pt x="115" y="10"/>
                  </a:lnTo>
                  <a:close/>
                  <a:moveTo>
                    <a:pt x="115" y="11"/>
                  </a:moveTo>
                  <a:cubicBezTo>
                    <a:pt x="115" y="11"/>
                    <a:pt x="115" y="11"/>
                    <a:pt x="115" y="11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5" y="12"/>
                    <a:pt x="115" y="12"/>
                    <a:pt x="115" y="12"/>
                  </a:cubicBezTo>
                  <a:lnTo>
                    <a:pt x="115" y="11"/>
                  </a:lnTo>
                  <a:close/>
                  <a:moveTo>
                    <a:pt x="115" y="12"/>
                  </a:moveTo>
                  <a:cubicBezTo>
                    <a:pt x="115" y="12"/>
                    <a:pt x="115" y="12"/>
                    <a:pt x="115" y="12"/>
                  </a:cubicBezTo>
                  <a:cubicBezTo>
                    <a:pt x="117" y="12"/>
                    <a:pt x="117" y="12"/>
                    <a:pt x="117" y="12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3"/>
                    <a:pt x="115" y="13"/>
                    <a:pt x="115" y="13"/>
                  </a:cubicBezTo>
                  <a:lnTo>
                    <a:pt x="115" y="12"/>
                  </a:lnTo>
                  <a:close/>
                  <a:moveTo>
                    <a:pt x="115" y="13"/>
                  </a:moveTo>
                  <a:cubicBezTo>
                    <a:pt x="115" y="13"/>
                    <a:pt x="115" y="13"/>
                    <a:pt x="115" y="13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7" y="14"/>
                    <a:pt x="117" y="14"/>
                    <a:pt x="117" y="14"/>
                  </a:cubicBezTo>
                  <a:cubicBezTo>
                    <a:pt x="115" y="14"/>
                    <a:pt x="115" y="14"/>
                    <a:pt x="115" y="14"/>
                  </a:cubicBezTo>
                  <a:lnTo>
                    <a:pt x="115" y="13"/>
                  </a:lnTo>
                  <a:close/>
                  <a:moveTo>
                    <a:pt x="115" y="14"/>
                  </a:moveTo>
                  <a:cubicBezTo>
                    <a:pt x="115" y="14"/>
                    <a:pt x="115" y="14"/>
                    <a:pt x="115" y="14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5" y="15"/>
                    <a:pt x="115" y="15"/>
                    <a:pt x="115" y="15"/>
                  </a:cubicBezTo>
                  <a:lnTo>
                    <a:pt x="115" y="14"/>
                  </a:lnTo>
                  <a:close/>
                  <a:moveTo>
                    <a:pt x="115" y="15"/>
                  </a:moveTo>
                  <a:cubicBezTo>
                    <a:pt x="115" y="15"/>
                    <a:pt x="115" y="15"/>
                    <a:pt x="115" y="15"/>
                  </a:cubicBezTo>
                  <a:cubicBezTo>
                    <a:pt x="117" y="15"/>
                    <a:pt x="117" y="15"/>
                    <a:pt x="117" y="15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5" y="16"/>
                    <a:pt x="115" y="16"/>
                    <a:pt x="115" y="16"/>
                  </a:cubicBezTo>
                  <a:lnTo>
                    <a:pt x="115" y="15"/>
                  </a:ln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7"/>
                    <a:pt x="117" y="17"/>
                    <a:pt x="117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7"/>
                    <a:pt x="115" y="17"/>
                    <a:pt x="115" y="17"/>
                  </a:cubicBezTo>
                  <a:close/>
                  <a:moveTo>
                    <a:pt x="115" y="17"/>
                  </a:moveTo>
                  <a:cubicBezTo>
                    <a:pt x="115" y="17"/>
                    <a:pt x="115" y="17"/>
                    <a:pt x="115" y="17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5" y="18"/>
                    <a:pt x="115" y="18"/>
                    <a:pt x="115" y="18"/>
                  </a:cubicBezTo>
                  <a:lnTo>
                    <a:pt x="115" y="17"/>
                  </a:lnTo>
                  <a:close/>
                  <a:moveTo>
                    <a:pt x="115" y="18"/>
                  </a:moveTo>
                  <a:cubicBezTo>
                    <a:pt x="115" y="18"/>
                    <a:pt x="115" y="18"/>
                    <a:pt x="115" y="18"/>
                  </a:cubicBezTo>
                  <a:cubicBezTo>
                    <a:pt x="117" y="18"/>
                    <a:pt x="117" y="18"/>
                    <a:pt x="117" y="18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19"/>
                    <a:pt x="115" y="19"/>
                    <a:pt x="115" y="19"/>
                  </a:cubicBezTo>
                  <a:lnTo>
                    <a:pt x="115" y="18"/>
                  </a:lnTo>
                  <a:close/>
                  <a:moveTo>
                    <a:pt x="115" y="19"/>
                  </a:moveTo>
                  <a:cubicBezTo>
                    <a:pt x="115" y="19"/>
                    <a:pt x="115" y="19"/>
                    <a:pt x="115" y="19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7" y="20"/>
                    <a:pt x="117" y="20"/>
                    <a:pt x="117" y="20"/>
                  </a:cubicBezTo>
                  <a:cubicBezTo>
                    <a:pt x="115" y="20"/>
                    <a:pt x="115" y="20"/>
                    <a:pt x="115" y="20"/>
                  </a:cubicBezTo>
                  <a:lnTo>
                    <a:pt x="115" y="19"/>
                  </a:lnTo>
                  <a:close/>
                  <a:moveTo>
                    <a:pt x="115" y="20"/>
                  </a:moveTo>
                  <a:cubicBezTo>
                    <a:pt x="115" y="20"/>
                    <a:pt x="115" y="20"/>
                    <a:pt x="115" y="20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5" y="21"/>
                    <a:pt x="115" y="21"/>
                    <a:pt x="115" y="21"/>
                  </a:cubicBezTo>
                  <a:lnTo>
                    <a:pt x="115" y="20"/>
                  </a:lnTo>
                  <a:close/>
                  <a:moveTo>
                    <a:pt x="115" y="21"/>
                  </a:moveTo>
                  <a:cubicBezTo>
                    <a:pt x="115" y="21"/>
                    <a:pt x="115" y="21"/>
                    <a:pt x="115" y="21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2"/>
                    <a:pt x="115" y="22"/>
                    <a:pt x="115" y="22"/>
                  </a:cubicBezTo>
                  <a:lnTo>
                    <a:pt x="115" y="21"/>
                  </a:ln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7" y="23"/>
                    <a:pt x="117" y="23"/>
                    <a:pt x="117" y="23"/>
                  </a:cubicBezTo>
                  <a:cubicBezTo>
                    <a:pt x="115" y="23"/>
                    <a:pt x="115" y="23"/>
                    <a:pt x="115" y="23"/>
                  </a:cubicBezTo>
                  <a:close/>
                  <a:moveTo>
                    <a:pt x="115" y="23"/>
                  </a:moveTo>
                  <a:cubicBezTo>
                    <a:pt x="115" y="23"/>
                    <a:pt x="115" y="23"/>
                    <a:pt x="115" y="23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5" y="24"/>
                    <a:pt x="115" y="24"/>
                    <a:pt x="115" y="24"/>
                  </a:cubicBezTo>
                  <a:lnTo>
                    <a:pt x="115" y="23"/>
                  </a:lnTo>
                  <a:close/>
                  <a:moveTo>
                    <a:pt x="115" y="24"/>
                  </a:moveTo>
                  <a:cubicBezTo>
                    <a:pt x="115" y="24"/>
                    <a:pt x="115" y="24"/>
                    <a:pt x="115" y="24"/>
                  </a:cubicBezTo>
                  <a:cubicBezTo>
                    <a:pt x="117" y="24"/>
                    <a:pt x="117" y="24"/>
                    <a:pt x="117" y="24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5"/>
                    <a:pt x="115" y="25"/>
                    <a:pt x="115" y="25"/>
                  </a:cubicBezTo>
                  <a:lnTo>
                    <a:pt x="115" y="24"/>
                  </a:lnTo>
                  <a:close/>
                  <a:moveTo>
                    <a:pt x="115" y="25"/>
                  </a:moveTo>
                  <a:cubicBezTo>
                    <a:pt x="115" y="25"/>
                    <a:pt x="115" y="25"/>
                    <a:pt x="115" y="25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5" y="26"/>
                    <a:pt x="115" y="26"/>
                    <a:pt x="115" y="26"/>
                  </a:cubicBezTo>
                  <a:lnTo>
                    <a:pt x="115" y="25"/>
                  </a:lnTo>
                  <a:close/>
                  <a:moveTo>
                    <a:pt x="115" y="26"/>
                  </a:moveTo>
                  <a:cubicBezTo>
                    <a:pt x="115" y="26"/>
                    <a:pt x="115" y="26"/>
                    <a:pt x="115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5" y="27"/>
                    <a:pt x="115" y="27"/>
                    <a:pt x="115" y="27"/>
                  </a:cubicBezTo>
                  <a:lnTo>
                    <a:pt x="115" y="26"/>
                  </a:lnTo>
                  <a:close/>
                  <a:moveTo>
                    <a:pt x="115" y="27"/>
                  </a:moveTo>
                  <a:cubicBezTo>
                    <a:pt x="115" y="27"/>
                    <a:pt x="115" y="27"/>
                    <a:pt x="115" y="27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8"/>
                    <a:pt x="115" y="28"/>
                    <a:pt x="115" y="28"/>
                  </a:cubicBezTo>
                  <a:lnTo>
                    <a:pt x="115" y="27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7" y="29"/>
                    <a:pt x="117" y="29"/>
                    <a:pt x="117" y="29"/>
                  </a:cubicBezTo>
                  <a:cubicBezTo>
                    <a:pt x="115" y="29"/>
                    <a:pt x="115" y="29"/>
                    <a:pt x="115" y="29"/>
                  </a:cubicBez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5" y="30"/>
                    <a:pt x="115" y="30"/>
                    <a:pt x="115" y="30"/>
                  </a:cubicBezTo>
                  <a:lnTo>
                    <a:pt x="115" y="29"/>
                  </a:lnTo>
                  <a:close/>
                  <a:moveTo>
                    <a:pt x="115" y="30"/>
                  </a:moveTo>
                  <a:cubicBezTo>
                    <a:pt x="115" y="30"/>
                    <a:pt x="115" y="30"/>
                    <a:pt x="115" y="30"/>
                  </a:cubicBezTo>
                  <a:cubicBezTo>
                    <a:pt x="117" y="30"/>
                    <a:pt x="117" y="30"/>
                    <a:pt x="117" y="30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5" y="31"/>
                    <a:pt x="115" y="31"/>
                    <a:pt x="115" y="31"/>
                  </a:cubicBezTo>
                  <a:lnTo>
                    <a:pt x="115" y="30"/>
                  </a:ln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2"/>
                    <a:pt x="115" y="32"/>
                    <a:pt x="115" y="32"/>
                  </a:cubicBezTo>
                  <a:close/>
                  <a:moveTo>
                    <a:pt x="115" y="32"/>
                  </a:moveTo>
                  <a:cubicBezTo>
                    <a:pt x="115" y="32"/>
                    <a:pt x="115" y="32"/>
                    <a:pt x="115" y="32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5" y="33"/>
                    <a:pt x="115" y="33"/>
                    <a:pt x="115" y="33"/>
                  </a:cubicBezTo>
                  <a:lnTo>
                    <a:pt x="115" y="32"/>
                  </a:lnTo>
                  <a:close/>
                  <a:moveTo>
                    <a:pt x="114" y="6"/>
                  </a:moveTo>
                  <a:cubicBezTo>
                    <a:pt x="114" y="6"/>
                    <a:pt x="114" y="6"/>
                    <a:pt x="114" y="6"/>
                  </a:cubicBezTo>
                  <a:cubicBezTo>
                    <a:pt x="115" y="5"/>
                    <a:pt x="115" y="5"/>
                    <a:pt x="115" y="5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4" y="7"/>
                    <a:pt x="114" y="7"/>
                    <a:pt x="114" y="7"/>
                  </a:cubicBezTo>
                  <a:lnTo>
                    <a:pt x="114" y="6"/>
                  </a:lnTo>
                  <a:close/>
                  <a:moveTo>
                    <a:pt x="114" y="7"/>
                  </a:moveTo>
                  <a:cubicBezTo>
                    <a:pt x="114" y="7"/>
                    <a:pt x="114" y="7"/>
                    <a:pt x="114" y="7"/>
                  </a:cubicBezTo>
                  <a:cubicBezTo>
                    <a:pt x="115" y="7"/>
                    <a:pt x="115" y="7"/>
                    <a:pt x="115" y="7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8"/>
                    <a:pt x="114" y="8"/>
                    <a:pt x="114" y="8"/>
                  </a:cubicBezTo>
                  <a:lnTo>
                    <a:pt x="114" y="7"/>
                  </a:lnTo>
                  <a:close/>
                  <a:moveTo>
                    <a:pt x="114" y="8"/>
                  </a:moveTo>
                  <a:cubicBezTo>
                    <a:pt x="114" y="8"/>
                    <a:pt x="114" y="8"/>
                    <a:pt x="114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5" y="8"/>
                    <a:pt x="115" y="8"/>
                    <a:pt x="115" y="8"/>
                  </a:cubicBezTo>
                  <a:cubicBezTo>
                    <a:pt x="114" y="9"/>
                    <a:pt x="114" y="9"/>
                    <a:pt x="114" y="9"/>
                  </a:cubicBezTo>
                  <a:lnTo>
                    <a:pt x="114" y="8"/>
                  </a:lnTo>
                  <a:close/>
                  <a:moveTo>
                    <a:pt x="114" y="9"/>
                  </a:moveTo>
                  <a:cubicBezTo>
                    <a:pt x="114" y="9"/>
                    <a:pt x="114" y="9"/>
                    <a:pt x="114" y="9"/>
                  </a:cubicBezTo>
                  <a:cubicBezTo>
                    <a:pt x="115" y="9"/>
                    <a:pt x="115" y="9"/>
                    <a:pt x="115" y="9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4" y="10"/>
                    <a:pt x="114" y="10"/>
                    <a:pt x="114" y="10"/>
                  </a:cubicBezTo>
                  <a:lnTo>
                    <a:pt x="114" y="9"/>
                  </a:ln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0"/>
                    <a:pt x="115" y="10"/>
                    <a:pt x="115" y="10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4" y="11"/>
                    <a:pt x="114" y="11"/>
                    <a:pt x="114" y="11"/>
                  </a:cubicBezTo>
                  <a:close/>
                  <a:moveTo>
                    <a:pt x="114" y="11"/>
                  </a:moveTo>
                  <a:cubicBezTo>
                    <a:pt x="114" y="11"/>
                    <a:pt x="114" y="11"/>
                    <a:pt x="114" y="11"/>
                  </a:cubicBezTo>
                  <a:cubicBezTo>
                    <a:pt x="115" y="11"/>
                    <a:pt x="115" y="11"/>
                    <a:pt x="115" y="11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4" y="12"/>
                    <a:pt x="114" y="12"/>
                    <a:pt x="114" y="12"/>
                  </a:cubicBezTo>
                  <a:lnTo>
                    <a:pt x="114" y="11"/>
                  </a:lnTo>
                  <a:close/>
                  <a:moveTo>
                    <a:pt x="114" y="12"/>
                  </a:moveTo>
                  <a:cubicBezTo>
                    <a:pt x="114" y="12"/>
                    <a:pt x="114" y="12"/>
                    <a:pt x="114" y="12"/>
                  </a:cubicBezTo>
                  <a:cubicBezTo>
                    <a:pt x="115" y="12"/>
                    <a:pt x="115" y="12"/>
                    <a:pt x="115" y="12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4" y="13"/>
                    <a:pt x="114" y="13"/>
                    <a:pt x="114" y="13"/>
                  </a:cubicBezTo>
                  <a:lnTo>
                    <a:pt x="114" y="12"/>
                  </a:lnTo>
                  <a:close/>
                  <a:moveTo>
                    <a:pt x="114" y="13"/>
                  </a:moveTo>
                  <a:cubicBezTo>
                    <a:pt x="114" y="13"/>
                    <a:pt x="114" y="13"/>
                    <a:pt x="114" y="13"/>
                  </a:cubicBezTo>
                  <a:cubicBezTo>
                    <a:pt x="115" y="13"/>
                    <a:pt x="115" y="13"/>
                    <a:pt x="115" y="13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4"/>
                    <a:pt x="114" y="14"/>
                    <a:pt x="114" y="14"/>
                  </a:cubicBezTo>
                  <a:lnTo>
                    <a:pt x="114" y="13"/>
                  </a:lnTo>
                  <a:close/>
                  <a:moveTo>
                    <a:pt x="114" y="14"/>
                  </a:moveTo>
                  <a:cubicBezTo>
                    <a:pt x="114" y="14"/>
                    <a:pt x="114" y="14"/>
                    <a:pt x="114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5" y="14"/>
                    <a:pt x="115" y="14"/>
                    <a:pt x="115" y="14"/>
                  </a:cubicBezTo>
                  <a:cubicBezTo>
                    <a:pt x="114" y="15"/>
                    <a:pt x="114" y="15"/>
                    <a:pt x="114" y="15"/>
                  </a:cubicBezTo>
                  <a:lnTo>
                    <a:pt x="114" y="14"/>
                  </a:lnTo>
                  <a:close/>
                  <a:moveTo>
                    <a:pt x="114" y="15"/>
                  </a:moveTo>
                  <a:cubicBezTo>
                    <a:pt x="114" y="15"/>
                    <a:pt x="114" y="15"/>
                    <a:pt x="114" y="15"/>
                  </a:cubicBezTo>
                  <a:cubicBezTo>
                    <a:pt x="115" y="15"/>
                    <a:pt x="115" y="15"/>
                    <a:pt x="115" y="15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4" y="17"/>
                    <a:pt x="114" y="17"/>
                    <a:pt x="114" y="17"/>
                  </a:cubicBezTo>
                  <a:lnTo>
                    <a:pt x="114" y="15"/>
                  </a:ln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6"/>
                    <a:pt x="115" y="16"/>
                    <a:pt x="115" y="16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4" y="17"/>
                    <a:pt x="114" y="17"/>
                    <a:pt x="114" y="17"/>
                  </a:cubicBezTo>
                  <a:close/>
                  <a:moveTo>
                    <a:pt x="114" y="17"/>
                  </a:moveTo>
                  <a:cubicBezTo>
                    <a:pt x="114" y="17"/>
                    <a:pt x="114" y="17"/>
                    <a:pt x="114" y="17"/>
                  </a:cubicBezTo>
                  <a:cubicBezTo>
                    <a:pt x="115" y="17"/>
                    <a:pt x="115" y="17"/>
                    <a:pt x="115" y="17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4" y="18"/>
                    <a:pt x="114" y="18"/>
                    <a:pt x="114" y="18"/>
                  </a:cubicBezTo>
                  <a:lnTo>
                    <a:pt x="114" y="17"/>
                  </a:lnTo>
                  <a:close/>
                  <a:moveTo>
                    <a:pt x="114" y="18"/>
                  </a:moveTo>
                  <a:cubicBezTo>
                    <a:pt x="114" y="18"/>
                    <a:pt x="114" y="18"/>
                    <a:pt x="114" y="18"/>
                  </a:cubicBezTo>
                  <a:cubicBezTo>
                    <a:pt x="115" y="18"/>
                    <a:pt x="115" y="18"/>
                    <a:pt x="115" y="18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4" y="19"/>
                    <a:pt x="114" y="19"/>
                    <a:pt x="114" y="19"/>
                  </a:cubicBezTo>
                  <a:lnTo>
                    <a:pt x="114" y="18"/>
                  </a:ln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19"/>
                    <a:pt x="115" y="19"/>
                    <a:pt x="115" y="1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4" y="20"/>
                    <a:pt x="114" y="20"/>
                    <a:pt x="114" y="20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4" y="21"/>
                  </a:moveTo>
                  <a:cubicBezTo>
                    <a:pt x="114" y="21"/>
                    <a:pt x="114" y="21"/>
                    <a:pt x="114" y="21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5" y="22"/>
                    <a:pt x="115" y="22"/>
                    <a:pt x="115" y="22"/>
                  </a:cubicBezTo>
                  <a:cubicBezTo>
                    <a:pt x="114" y="23"/>
                    <a:pt x="114" y="23"/>
                    <a:pt x="114" y="23"/>
                  </a:cubicBezTo>
                  <a:lnTo>
                    <a:pt x="114" y="21"/>
                  </a:ln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4" y="23"/>
                    <a:pt x="114" y="23"/>
                    <a:pt x="114" y="23"/>
                  </a:cubicBezTo>
                  <a:close/>
                  <a:moveTo>
                    <a:pt x="114" y="23"/>
                  </a:moveTo>
                  <a:cubicBezTo>
                    <a:pt x="114" y="23"/>
                    <a:pt x="114" y="23"/>
                    <a:pt x="114" y="23"/>
                  </a:cubicBezTo>
                  <a:cubicBezTo>
                    <a:pt x="115" y="23"/>
                    <a:pt x="115" y="23"/>
                    <a:pt x="115" y="23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4" y="24"/>
                    <a:pt x="114" y="24"/>
                    <a:pt x="114" y="24"/>
                  </a:cubicBezTo>
                  <a:lnTo>
                    <a:pt x="114" y="23"/>
                  </a:lnTo>
                  <a:close/>
                  <a:moveTo>
                    <a:pt x="114" y="24"/>
                  </a:moveTo>
                  <a:cubicBezTo>
                    <a:pt x="114" y="24"/>
                    <a:pt x="114" y="24"/>
                    <a:pt x="114" y="24"/>
                  </a:cubicBezTo>
                  <a:cubicBezTo>
                    <a:pt x="115" y="24"/>
                    <a:pt x="115" y="24"/>
                    <a:pt x="115" y="24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4" y="25"/>
                    <a:pt x="114" y="25"/>
                    <a:pt x="114" y="25"/>
                  </a:cubicBezTo>
                  <a:lnTo>
                    <a:pt x="114" y="24"/>
                  </a:ln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4" y="26"/>
                    <a:pt x="114" y="26"/>
                    <a:pt x="114" y="26"/>
                  </a:cubicBezTo>
                  <a:close/>
                  <a:moveTo>
                    <a:pt x="114" y="26"/>
                  </a:moveTo>
                  <a:cubicBezTo>
                    <a:pt x="114" y="26"/>
                    <a:pt x="114" y="26"/>
                    <a:pt x="114" y="26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4" y="27"/>
                    <a:pt x="114" y="27"/>
                    <a:pt x="114" y="27"/>
                  </a:cubicBezTo>
                  <a:lnTo>
                    <a:pt x="114" y="26"/>
                  </a:lnTo>
                  <a:close/>
                  <a:moveTo>
                    <a:pt x="114" y="27"/>
                  </a:moveTo>
                  <a:cubicBezTo>
                    <a:pt x="114" y="27"/>
                    <a:pt x="114" y="27"/>
                    <a:pt x="114" y="27"/>
                  </a:cubicBezTo>
                  <a:cubicBezTo>
                    <a:pt x="115" y="27"/>
                    <a:pt x="115" y="27"/>
                    <a:pt x="115" y="27"/>
                  </a:cubicBezTo>
                  <a:cubicBezTo>
                    <a:pt x="115" y="28"/>
                    <a:pt x="115" y="28"/>
                    <a:pt x="115" y="28"/>
                  </a:cubicBezTo>
                  <a:cubicBezTo>
                    <a:pt x="114" y="28"/>
                    <a:pt x="114" y="28"/>
                    <a:pt x="114" y="28"/>
                  </a:cubicBezTo>
                  <a:lnTo>
                    <a:pt x="114" y="27"/>
                  </a:ln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4" y="29"/>
                    <a:pt x="114" y="29"/>
                    <a:pt x="114" y="29"/>
                  </a:cubicBezTo>
                  <a:close/>
                  <a:moveTo>
                    <a:pt x="114" y="29"/>
                  </a:moveTo>
                  <a:cubicBezTo>
                    <a:pt x="114" y="29"/>
                    <a:pt x="114" y="29"/>
                    <a:pt x="114" y="29"/>
                  </a:cubicBezTo>
                  <a:cubicBezTo>
                    <a:pt x="115" y="29"/>
                    <a:pt x="115" y="29"/>
                    <a:pt x="115" y="29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29"/>
                  </a:lnTo>
                  <a:close/>
                  <a:moveTo>
                    <a:pt x="114" y="30"/>
                  </a:moveTo>
                  <a:cubicBezTo>
                    <a:pt x="114" y="30"/>
                    <a:pt x="114" y="30"/>
                    <a:pt x="114" y="30"/>
                  </a:cubicBezTo>
                  <a:cubicBezTo>
                    <a:pt x="115" y="30"/>
                    <a:pt x="115" y="30"/>
                    <a:pt x="115" y="30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4" y="31"/>
                    <a:pt x="114" y="31"/>
                    <a:pt x="114" y="31"/>
                  </a:cubicBezTo>
                  <a:lnTo>
                    <a:pt x="114" y="30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1"/>
                    <a:pt x="115" y="31"/>
                    <a:pt x="115" y="31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4" y="32"/>
                    <a:pt x="114" y="32"/>
                    <a:pt x="114" y="32"/>
                  </a:cubicBez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5" y="32"/>
                    <a:pt x="115" y="32"/>
                    <a:pt x="115" y="32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4" y="33"/>
                    <a:pt x="114" y="33"/>
                    <a:pt x="114" y="33"/>
                  </a:cubicBezTo>
                  <a:lnTo>
                    <a:pt x="114" y="32"/>
                  </a:lnTo>
                  <a:close/>
                  <a:moveTo>
                    <a:pt x="114" y="34"/>
                  </a:moveTo>
                  <a:cubicBezTo>
                    <a:pt x="114" y="34"/>
                    <a:pt x="114" y="34"/>
                    <a:pt x="114" y="34"/>
                  </a:cubicBezTo>
                  <a:cubicBezTo>
                    <a:pt x="114" y="33"/>
                    <a:pt x="114" y="33"/>
                    <a:pt x="114" y="33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4"/>
                    <a:pt x="115" y="34"/>
                    <a:pt x="115" y="34"/>
                  </a:cubicBezTo>
                  <a:cubicBezTo>
                    <a:pt x="115" y="33"/>
                    <a:pt x="115" y="33"/>
                    <a:pt x="115" y="33"/>
                  </a:cubicBezTo>
                  <a:cubicBezTo>
                    <a:pt x="117" y="33"/>
                    <a:pt x="117" y="33"/>
                    <a:pt x="117" y="33"/>
                  </a:cubicBezTo>
                  <a:cubicBezTo>
                    <a:pt x="117" y="34"/>
                    <a:pt x="117" y="34"/>
                    <a:pt x="117" y="34"/>
                  </a:cubicBezTo>
                  <a:lnTo>
                    <a:pt x="114" y="34"/>
                  </a:lnTo>
                  <a:close/>
                  <a:moveTo>
                    <a:pt x="146" y="43"/>
                  </a:moveTo>
                  <a:cubicBezTo>
                    <a:pt x="146" y="43"/>
                    <a:pt x="146" y="43"/>
                    <a:pt x="146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51" y="43"/>
                    <a:pt x="151" y="43"/>
                    <a:pt x="151" y="43"/>
                  </a:cubicBezTo>
                  <a:cubicBezTo>
                    <a:pt x="146" y="43"/>
                    <a:pt x="146" y="43"/>
                    <a:pt x="146" y="43"/>
                  </a:cubicBezTo>
                  <a:close/>
                  <a:moveTo>
                    <a:pt x="146" y="44"/>
                  </a:moveTo>
                  <a:cubicBezTo>
                    <a:pt x="146" y="44"/>
                    <a:pt x="146" y="44"/>
                    <a:pt x="146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51" y="44"/>
                    <a:pt x="151" y="44"/>
                    <a:pt x="151" y="44"/>
                  </a:cubicBezTo>
                  <a:cubicBezTo>
                    <a:pt x="146" y="44"/>
                    <a:pt x="146" y="44"/>
                    <a:pt x="146" y="44"/>
                  </a:cubicBez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6" y="46"/>
                  </a:moveTo>
                  <a:cubicBezTo>
                    <a:pt x="146" y="46"/>
                    <a:pt x="146" y="46"/>
                    <a:pt x="146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46" y="46"/>
                    <a:pt x="146" y="46"/>
                    <a:pt x="146" y="46"/>
                  </a:cubicBezTo>
                  <a:close/>
                  <a:moveTo>
                    <a:pt x="146" y="47"/>
                  </a:moveTo>
                  <a:cubicBezTo>
                    <a:pt x="146" y="47"/>
                    <a:pt x="146" y="47"/>
                    <a:pt x="146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46" y="47"/>
                    <a:pt x="146" y="47"/>
                    <a:pt x="146" y="47"/>
                  </a:cubicBezTo>
                  <a:close/>
                  <a:moveTo>
                    <a:pt x="146" y="48"/>
                  </a:moveTo>
                  <a:cubicBezTo>
                    <a:pt x="146" y="48"/>
                    <a:pt x="146" y="48"/>
                    <a:pt x="146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51" y="48"/>
                    <a:pt x="151" y="48"/>
                    <a:pt x="151" y="48"/>
                  </a:cubicBezTo>
                  <a:cubicBezTo>
                    <a:pt x="146" y="48"/>
                    <a:pt x="146" y="48"/>
                    <a:pt x="146" y="48"/>
                  </a:cubicBez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46" y="49"/>
                    <a:pt x="146" y="49"/>
                    <a:pt x="146" y="49"/>
                  </a:cubicBezTo>
                  <a:close/>
                  <a:moveTo>
                    <a:pt x="146" y="50"/>
                  </a:moveTo>
                  <a:cubicBezTo>
                    <a:pt x="146" y="50"/>
                    <a:pt x="146" y="50"/>
                    <a:pt x="146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51" y="50"/>
                    <a:pt x="151" y="50"/>
                    <a:pt x="151" y="50"/>
                  </a:cubicBezTo>
                  <a:cubicBezTo>
                    <a:pt x="146" y="50"/>
                    <a:pt x="146" y="50"/>
                    <a:pt x="146" y="50"/>
                  </a:cubicBezTo>
                  <a:close/>
                  <a:moveTo>
                    <a:pt x="146" y="51"/>
                  </a:moveTo>
                  <a:cubicBezTo>
                    <a:pt x="146" y="51"/>
                    <a:pt x="146" y="51"/>
                    <a:pt x="146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51" y="51"/>
                    <a:pt x="151" y="51"/>
                    <a:pt x="151" y="51"/>
                  </a:cubicBezTo>
                  <a:cubicBezTo>
                    <a:pt x="146" y="51"/>
                    <a:pt x="146" y="51"/>
                    <a:pt x="146" y="51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46" y="52"/>
                    <a:pt x="146" y="52"/>
                    <a:pt x="146" y="52"/>
                  </a:cubicBezTo>
                  <a:close/>
                  <a:moveTo>
                    <a:pt x="146" y="52"/>
                  </a:moveTo>
                  <a:cubicBezTo>
                    <a:pt x="146" y="52"/>
                    <a:pt x="146" y="52"/>
                    <a:pt x="146" y="52"/>
                  </a:cubicBezTo>
                  <a:cubicBezTo>
                    <a:pt x="151" y="52"/>
                    <a:pt x="151" y="52"/>
                    <a:pt x="151" y="52"/>
                  </a:cubicBezTo>
                  <a:cubicBezTo>
                    <a:pt x="151" y="53"/>
                    <a:pt x="151" y="53"/>
                    <a:pt x="151" y="53"/>
                  </a:cubicBezTo>
                  <a:cubicBezTo>
                    <a:pt x="146" y="53"/>
                    <a:pt x="146" y="53"/>
                    <a:pt x="146" y="53"/>
                  </a:cubicBezTo>
                  <a:lnTo>
                    <a:pt x="146" y="52"/>
                  </a:lnTo>
                  <a:close/>
                  <a:moveTo>
                    <a:pt x="151" y="54"/>
                  </a:moveTo>
                  <a:cubicBezTo>
                    <a:pt x="151" y="54"/>
                    <a:pt x="151" y="54"/>
                    <a:pt x="151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46" y="54"/>
                    <a:pt x="146" y="54"/>
                    <a:pt x="146" y="54"/>
                  </a:cubicBezTo>
                  <a:cubicBezTo>
                    <a:pt x="151" y="54"/>
                    <a:pt x="151" y="54"/>
                    <a:pt x="151" y="54"/>
                  </a:cubicBezTo>
                  <a:close/>
                  <a:moveTo>
                    <a:pt x="47" y="39"/>
                  </a:moveTo>
                  <a:cubicBezTo>
                    <a:pt x="47" y="39"/>
                    <a:pt x="47" y="39"/>
                    <a:pt x="47" y="39"/>
                  </a:cubicBezTo>
                  <a:cubicBezTo>
                    <a:pt x="47" y="40"/>
                    <a:pt x="47" y="40"/>
                    <a:pt x="47" y="40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9"/>
                    <a:pt x="57" y="39"/>
                    <a:pt x="57" y="39"/>
                  </a:cubicBezTo>
                  <a:lnTo>
                    <a:pt x="47" y="39"/>
                  </a:lnTo>
                  <a:close/>
                  <a:moveTo>
                    <a:pt x="38" y="40"/>
                  </a:moveTo>
                  <a:cubicBezTo>
                    <a:pt x="38" y="40"/>
                    <a:pt x="38" y="40"/>
                    <a:pt x="38" y="40"/>
                  </a:cubicBezTo>
                  <a:cubicBezTo>
                    <a:pt x="38" y="46"/>
                    <a:pt x="38" y="46"/>
                    <a:pt x="38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47" y="39"/>
                    <a:pt x="47" y="39"/>
                    <a:pt x="47" y="39"/>
                  </a:cubicBezTo>
                  <a:lnTo>
                    <a:pt x="38" y="40"/>
                  </a:lnTo>
                  <a:close/>
                  <a:moveTo>
                    <a:pt x="47" y="43"/>
                  </a:moveTo>
                  <a:cubicBezTo>
                    <a:pt x="47" y="43"/>
                    <a:pt x="47" y="43"/>
                    <a:pt x="47" y="43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60" y="42"/>
                    <a:pt x="60" y="42"/>
                    <a:pt x="60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57" y="42"/>
                    <a:pt x="57" y="42"/>
                    <a:pt x="57" y="42"/>
                  </a:cubicBezTo>
                  <a:cubicBezTo>
                    <a:pt x="47" y="43"/>
                    <a:pt x="47" y="43"/>
                    <a:pt x="47" y="43"/>
                  </a:cubicBezTo>
                  <a:close/>
                  <a:moveTo>
                    <a:pt x="60" y="39"/>
                  </a:moveTo>
                  <a:cubicBezTo>
                    <a:pt x="60" y="39"/>
                    <a:pt x="60" y="39"/>
                    <a:pt x="60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39"/>
                    <a:pt x="60" y="39"/>
                    <a:pt x="60" y="39"/>
                  </a:cubicBezTo>
                  <a:close/>
                  <a:moveTo>
                    <a:pt x="47" y="44"/>
                  </a:moveTo>
                  <a:cubicBezTo>
                    <a:pt x="47" y="44"/>
                    <a:pt x="47" y="44"/>
                    <a:pt x="47" y="44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60" y="43"/>
                    <a:pt x="60" y="43"/>
                    <a:pt x="60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57" y="43"/>
                    <a:pt x="57" y="43"/>
                    <a:pt x="57" y="43"/>
                  </a:cubicBezTo>
                  <a:cubicBezTo>
                    <a:pt x="47" y="44"/>
                    <a:pt x="47" y="44"/>
                    <a:pt x="47" y="44"/>
                  </a:cubicBezTo>
                  <a:close/>
                  <a:moveTo>
                    <a:pt x="60" y="40"/>
                  </a:moveTo>
                  <a:cubicBezTo>
                    <a:pt x="60" y="40"/>
                    <a:pt x="60" y="40"/>
                    <a:pt x="60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39"/>
                    <a:pt x="63" y="39"/>
                    <a:pt x="63" y="39"/>
                  </a:cubicBezTo>
                  <a:cubicBezTo>
                    <a:pt x="60" y="40"/>
                    <a:pt x="60" y="40"/>
                    <a:pt x="60" y="40"/>
                  </a:cubicBezTo>
                  <a:close/>
                  <a:moveTo>
                    <a:pt x="63" y="38"/>
                  </a:moveTo>
                  <a:cubicBezTo>
                    <a:pt x="63" y="38"/>
                    <a:pt x="63" y="38"/>
                    <a:pt x="63" y="38"/>
                  </a:cubicBezTo>
                  <a:cubicBezTo>
                    <a:pt x="60" y="38"/>
                    <a:pt x="60" y="38"/>
                    <a:pt x="60" y="38"/>
                  </a:cubicBezTo>
                  <a:cubicBezTo>
                    <a:pt x="60" y="39"/>
                    <a:pt x="60" y="39"/>
                    <a:pt x="60" y="39"/>
                  </a:cubicBezTo>
                  <a:cubicBezTo>
                    <a:pt x="63" y="38"/>
                    <a:pt x="63" y="38"/>
                    <a:pt x="63" y="38"/>
                  </a:cubicBezTo>
                  <a:close/>
                  <a:moveTo>
                    <a:pt x="47" y="45"/>
                  </a:moveTo>
                  <a:cubicBezTo>
                    <a:pt x="47" y="45"/>
                    <a:pt x="47" y="45"/>
                    <a:pt x="4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4"/>
                    <a:pt x="47" y="44"/>
                    <a:pt x="47" y="44"/>
                  </a:cubicBezTo>
                  <a:lnTo>
                    <a:pt x="47" y="45"/>
                  </a:ln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57" y="46"/>
                    <a:pt x="57" y="46"/>
                    <a:pt x="57" y="46"/>
                  </a:cubicBezTo>
                  <a:cubicBezTo>
                    <a:pt x="60" y="46"/>
                    <a:pt x="60" y="46"/>
                    <a:pt x="60" y="46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47" y="46"/>
                    <a:pt x="47" y="46"/>
                    <a:pt x="47" y="46"/>
                  </a:cubicBezTo>
                  <a:close/>
                  <a:moveTo>
                    <a:pt x="47" y="46"/>
                  </a:moveTo>
                  <a:cubicBezTo>
                    <a:pt x="47" y="46"/>
                    <a:pt x="47" y="46"/>
                    <a:pt x="47" y="46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60" y="45"/>
                    <a:pt x="60" y="45"/>
                    <a:pt x="60" y="45"/>
                  </a:cubicBezTo>
                  <a:cubicBezTo>
                    <a:pt x="60" y="44"/>
                    <a:pt x="60" y="44"/>
                    <a:pt x="60" y="44"/>
                  </a:cubicBezTo>
                  <a:cubicBezTo>
                    <a:pt x="57" y="45"/>
                    <a:pt x="57" y="45"/>
                    <a:pt x="57" y="45"/>
                  </a:cubicBezTo>
                  <a:cubicBezTo>
                    <a:pt x="57" y="44"/>
                    <a:pt x="57" y="44"/>
                    <a:pt x="57" y="44"/>
                  </a:cubicBezTo>
                  <a:cubicBezTo>
                    <a:pt x="47" y="45"/>
                    <a:pt x="47" y="45"/>
                    <a:pt x="47" y="45"/>
                  </a:cubicBezTo>
                  <a:lnTo>
                    <a:pt x="47" y="46"/>
                  </a:lnTo>
                  <a:close/>
                  <a:moveTo>
                    <a:pt x="100" y="14"/>
                  </a:moveTo>
                  <a:cubicBezTo>
                    <a:pt x="100" y="14"/>
                    <a:pt x="100" y="14"/>
                    <a:pt x="100" y="14"/>
                  </a:cubicBezTo>
                  <a:cubicBezTo>
                    <a:pt x="101" y="14"/>
                    <a:pt x="101" y="14"/>
                    <a:pt x="101" y="14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0" y="12"/>
                    <a:pt x="100" y="12"/>
                    <a:pt x="100" y="12"/>
                  </a:cubicBezTo>
                  <a:lnTo>
                    <a:pt x="100" y="14"/>
                  </a:lnTo>
                  <a:close/>
                  <a:moveTo>
                    <a:pt x="100" y="11"/>
                  </a:moveTo>
                  <a:cubicBezTo>
                    <a:pt x="100" y="11"/>
                    <a:pt x="100" y="11"/>
                    <a:pt x="100" y="11"/>
                  </a:cubicBezTo>
                  <a:cubicBezTo>
                    <a:pt x="101" y="11"/>
                    <a:pt x="101" y="11"/>
                    <a:pt x="101" y="11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9"/>
                    <a:pt x="101" y="9"/>
                    <a:pt x="101" y="9"/>
                  </a:cubicBezTo>
                  <a:cubicBezTo>
                    <a:pt x="101" y="8"/>
                    <a:pt x="101" y="8"/>
                    <a:pt x="101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0" y="8"/>
                    <a:pt x="100" y="8"/>
                    <a:pt x="100" y="8"/>
                  </a:cubicBezTo>
                  <a:lnTo>
                    <a:pt x="100" y="11"/>
                  </a:lnTo>
                  <a:close/>
                  <a:moveTo>
                    <a:pt x="103" y="29"/>
                  </a:moveTo>
                  <a:cubicBezTo>
                    <a:pt x="103" y="29"/>
                    <a:pt x="103" y="29"/>
                    <a:pt x="103" y="29"/>
                  </a:cubicBezTo>
                  <a:cubicBezTo>
                    <a:pt x="103" y="32"/>
                    <a:pt x="103" y="32"/>
                    <a:pt x="103" y="32"/>
                  </a:cubicBezTo>
                  <a:cubicBezTo>
                    <a:pt x="104" y="32"/>
                    <a:pt x="104" y="32"/>
                    <a:pt x="104" y="32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30"/>
                    <a:pt x="104" y="30"/>
                    <a:pt x="104" y="30"/>
                  </a:cubicBezTo>
                  <a:cubicBezTo>
                    <a:pt x="104" y="29"/>
                    <a:pt x="104" y="29"/>
                    <a:pt x="104" y="29"/>
                  </a:cubicBezTo>
                  <a:cubicBezTo>
                    <a:pt x="106" y="29"/>
                    <a:pt x="106" y="29"/>
                    <a:pt x="106" y="29"/>
                  </a:cubicBezTo>
                  <a:cubicBezTo>
                    <a:pt x="106" y="29"/>
                    <a:pt x="106" y="29"/>
                    <a:pt x="106" y="29"/>
                  </a:cubicBezTo>
                  <a:lnTo>
                    <a:pt x="103" y="29"/>
                  </a:lnTo>
                  <a:close/>
                  <a:moveTo>
                    <a:pt x="104" y="8"/>
                  </a:moveTo>
                  <a:cubicBezTo>
                    <a:pt x="104" y="8"/>
                    <a:pt x="104" y="8"/>
                    <a:pt x="104" y="8"/>
                  </a:cubicBezTo>
                  <a:cubicBezTo>
                    <a:pt x="104" y="5"/>
                    <a:pt x="104" y="5"/>
                    <a:pt x="104" y="5"/>
                  </a:cubicBezTo>
                  <a:cubicBezTo>
                    <a:pt x="106" y="5"/>
                    <a:pt x="106" y="5"/>
                    <a:pt x="106" y="5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8"/>
                    <a:pt x="103" y="8"/>
                    <a:pt x="103" y="8"/>
                  </a:cubicBezTo>
                  <a:lnTo>
                    <a:pt x="104" y="8"/>
                  </a:lnTo>
                  <a:close/>
                  <a:moveTo>
                    <a:pt x="104" y="3"/>
                  </a:moveTo>
                  <a:cubicBezTo>
                    <a:pt x="104" y="3"/>
                    <a:pt x="104" y="3"/>
                    <a:pt x="104" y="3"/>
                  </a:cubicBezTo>
                  <a:cubicBezTo>
                    <a:pt x="106" y="2"/>
                    <a:pt x="106" y="2"/>
                    <a:pt x="106" y="2"/>
                  </a:cubicBezTo>
                  <a:cubicBezTo>
                    <a:pt x="106" y="4"/>
                    <a:pt x="106" y="4"/>
                    <a:pt x="106" y="4"/>
                  </a:cubicBezTo>
                  <a:cubicBezTo>
                    <a:pt x="104" y="5"/>
                    <a:pt x="104" y="5"/>
                    <a:pt x="104" y="5"/>
                  </a:cubicBezTo>
                  <a:lnTo>
                    <a:pt x="104" y="3"/>
                  </a:lnTo>
                  <a:close/>
                  <a:moveTo>
                    <a:pt x="60" y="41"/>
                  </a:moveTo>
                  <a:cubicBezTo>
                    <a:pt x="60" y="41"/>
                    <a:pt x="60" y="41"/>
                    <a:pt x="60" y="41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3" y="40"/>
                    <a:pt x="63" y="40"/>
                    <a:pt x="63" y="40"/>
                  </a:cubicBezTo>
                  <a:cubicBezTo>
                    <a:pt x="60" y="41"/>
                    <a:pt x="60" y="41"/>
                    <a:pt x="60" y="41"/>
                  </a:cubicBezTo>
                  <a:close/>
                  <a:moveTo>
                    <a:pt x="100" y="23"/>
                  </a:moveTo>
                  <a:cubicBezTo>
                    <a:pt x="100" y="23"/>
                    <a:pt x="100" y="23"/>
                    <a:pt x="100" y="23"/>
                  </a:cubicBezTo>
                  <a:cubicBezTo>
                    <a:pt x="101" y="23"/>
                    <a:pt x="101" y="23"/>
                    <a:pt x="101" y="23"/>
                  </a:cubicBezTo>
                  <a:cubicBezTo>
                    <a:pt x="101" y="22"/>
                    <a:pt x="101" y="22"/>
                    <a:pt x="101" y="22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1" y="21"/>
                    <a:pt x="101" y="21"/>
                    <a:pt x="101" y="21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23"/>
                  </a:lnTo>
                  <a:close/>
                  <a:moveTo>
                    <a:pt x="100" y="20"/>
                  </a:move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1" y="18"/>
                    <a:pt x="101" y="18"/>
                    <a:pt x="101" y="18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0" y="18"/>
                    <a:pt x="100" y="18"/>
                    <a:pt x="100" y="18"/>
                  </a:cubicBezTo>
                  <a:lnTo>
                    <a:pt x="100" y="20"/>
                  </a:lnTo>
                  <a:close/>
                  <a:moveTo>
                    <a:pt x="100" y="17"/>
                  </a:moveTo>
                  <a:cubicBezTo>
                    <a:pt x="100" y="17"/>
                    <a:pt x="100" y="17"/>
                    <a:pt x="100" y="17"/>
                  </a:cubicBezTo>
                  <a:cubicBezTo>
                    <a:pt x="101" y="17"/>
                    <a:pt x="101" y="17"/>
                    <a:pt x="101" y="17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1" y="15"/>
                    <a:pt x="101" y="15"/>
                    <a:pt x="101" y="15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0" y="15"/>
                    <a:pt x="100" y="15"/>
                    <a:pt x="100" y="15"/>
                  </a:cubicBezTo>
                  <a:lnTo>
                    <a:pt x="100" y="17"/>
                  </a:lnTo>
                  <a:close/>
                  <a:moveTo>
                    <a:pt x="71" y="42"/>
                  </a:moveTo>
                  <a:cubicBezTo>
                    <a:pt x="71" y="42"/>
                    <a:pt x="71" y="42"/>
                    <a:pt x="71" y="42"/>
                  </a:cubicBezTo>
                  <a:cubicBezTo>
                    <a:pt x="74" y="42"/>
                    <a:pt x="74" y="42"/>
                    <a:pt x="74" y="42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2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4"/>
                    <a:pt x="104" y="24"/>
                    <a:pt x="104" y="24"/>
                  </a:cubicBezTo>
                  <a:cubicBezTo>
                    <a:pt x="104" y="23"/>
                    <a:pt x="104" y="23"/>
                    <a:pt x="104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3" y="23"/>
                    <a:pt x="103" y="23"/>
                    <a:pt x="103" y="23"/>
                  </a:cubicBezTo>
                  <a:cubicBezTo>
                    <a:pt x="103" y="26"/>
                    <a:pt x="103" y="26"/>
                    <a:pt x="103" y="26"/>
                  </a:cubicBezTo>
                  <a:lnTo>
                    <a:pt x="104" y="26"/>
                  </a:lnTo>
                  <a:close/>
                  <a:moveTo>
                    <a:pt x="104" y="11"/>
                  </a:moveTo>
                  <a:cubicBezTo>
                    <a:pt x="104" y="11"/>
                    <a:pt x="104" y="11"/>
                    <a:pt x="104" y="11"/>
                  </a:cubicBezTo>
                  <a:cubicBezTo>
                    <a:pt x="104" y="9"/>
                    <a:pt x="104" y="9"/>
                    <a:pt x="104" y="9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6" y="8"/>
                    <a:pt x="106" y="8"/>
                    <a:pt x="106" y="8"/>
                  </a:cubicBezTo>
                  <a:cubicBezTo>
                    <a:pt x="106" y="7"/>
                    <a:pt x="106" y="7"/>
                    <a:pt x="106" y="7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3" y="11"/>
                    <a:pt x="103" y="11"/>
                    <a:pt x="103" y="11"/>
                  </a:cubicBezTo>
                  <a:lnTo>
                    <a:pt x="104" y="11"/>
                  </a:lnTo>
                  <a:close/>
                  <a:moveTo>
                    <a:pt x="104" y="23"/>
                  </a:moveTo>
                  <a:cubicBezTo>
                    <a:pt x="104" y="23"/>
                    <a:pt x="104" y="23"/>
                    <a:pt x="104" y="23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4" y="20"/>
                    <a:pt x="104" y="20"/>
                    <a:pt x="104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3" y="20"/>
                    <a:pt x="103" y="20"/>
                    <a:pt x="103" y="20"/>
                  </a:cubicBezTo>
                  <a:cubicBezTo>
                    <a:pt x="103" y="23"/>
                    <a:pt x="103" y="23"/>
                    <a:pt x="103" y="23"/>
                  </a:cubicBezTo>
                  <a:lnTo>
                    <a:pt x="104" y="23"/>
                  </a:lnTo>
                  <a:close/>
                  <a:moveTo>
                    <a:pt x="104" y="29"/>
                  </a:moveTo>
                  <a:cubicBezTo>
                    <a:pt x="104" y="29"/>
                    <a:pt x="104" y="29"/>
                    <a:pt x="104" y="29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7"/>
                    <a:pt x="104" y="27"/>
                    <a:pt x="104" y="27"/>
                  </a:cubicBezTo>
                  <a:cubicBezTo>
                    <a:pt x="104" y="26"/>
                    <a:pt x="104" y="26"/>
                    <a:pt x="104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6" y="26"/>
                    <a:pt x="106" y="26"/>
                    <a:pt x="106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9"/>
                    <a:pt x="103" y="29"/>
                    <a:pt x="103" y="29"/>
                  </a:cubicBezTo>
                  <a:lnTo>
                    <a:pt x="104" y="29"/>
                  </a:lnTo>
                  <a:close/>
                  <a:moveTo>
                    <a:pt x="104" y="14"/>
                  </a:moveTo>
                  <a:cubicBezTo>
                    <a:pt x="104" y="14"/>
                    <a:pt x="104" y="14"/>
                    <a:pt x="104" y="14"/>
                  </a:cubicBezTo>
                  <a:cubicBezTo>
                    <a:pt x="104" y="12"/>
                    <a:pt x="104" y="12"/>
                    <a:pt x="104" y="12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4" y="11"/>
                    <a:pt x="104" y="11"/>
                    <a:pt x="104" y="11"/>
                  </a:cubicBezTo>
                  <a:cubicBezTo>
                    <a:pt x="106" y="11"/>
                    <a:pt x="106" y="11"/>
                    <a:pt x="106" y="11"/>
                  </a:cubicBezTo>
                  <a:cubicBezTo>
                    <a:pt x="106" y="10"/>
                    <a:pt x="106" y="10"/>
                    <a:pt x="106" y="10"/>
                  </a:cubicBezTo>
                  <a:cubicBezTo>
                    <a:pt x="103" y="11"/>
                    <a:pt x="103" y="11"/>
                    <a:pt x="103" y="11"/>
                  </a:cubicBezTo>
                  <a:cubicBezTo>
                    <a:pt x="103" y="14"/>
                    <a:pt x="103" y="14"/>
                    <a:pt x="103" y="14"/>
                  </a:cubicBezTo>
                  <a:lnTo>
                    <a:pt x="104" y="14"/>
                  </a:lnTo>
                  <a:close/>
                  <a:moveTo>
                    <a:pt x="104" y="20"/>
                  </a:moveTo>
                  <a:cubicBezTo>
                    <a:pt x="104" y="20"/>
                    <a:pt x="104" y="20"/>
                    <a:pt x="104" y="20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6" y="17"/>
                    <a:pt x="106" y="17"/>
                    <a:pt x="106" y="17"/>
                  </a:cubicBezTo>
                  <a:cubicBezTo>
                    <a:pt x="103" y="17"/>
                    <a:pt x="103" y="17"/>
                    <a:pt x="103" y="17"/>
                  </a:cubicBezTo>
                  <a:cubicBezTo>
                    <a:pt x="103" y="20"/>
                    <a:pt x="103" y="20"/>
                    <a:pt x="103" y="20"/>
                  </a:cubicBezTo>
                  <a:lnTo>
                    <a:pt x="104" y="20"/>
                  </a:lnTo>
                  <a:close/>
                  <a:moveTo>
                    <a:pt x="104" y="17"/>
                  </a:moveTo>
                  <a:cubicBezTo>
                    <a:pt x="104" y="17"/>
                    <a:pt x="104" y="17"/>
                    <a:pt x="104" y="17"/>
                  </a:cubicBezTo>
                  <a:cubicBezTo>
                    <a:pt x="104" y="15"/>
                    <a:pt x="104" y="15"/>
                    <a:pt x="104" y="15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4" y="14"/>
                    <a:pt x="104" y="14"/>
                    <a:pt x="104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6" y="14"/>
                    <a:pt x="106" y="14"/>
                    <a:pt x="106" y="14"/>
                  </a:cubicBezTo>
                  <a:cubicBezTo>
                    <a:pt x="103" y="14"/>
                    <a:pt x="103" y="14"/>
                    <a:pt x="103" y="14"/>
                  </a:cubicBezTo>
                  <a:cubicBezTo>
                    <a:pt x="103" y="17"/>
                    <a:pt x="103" y="17"/>
                    <a:pt x="103" y="17"/>
                  </a:cubicBezTo>
                  <a:lnTo>
                    <a:pt x="104" y="17"/>
                  </a:lnTo>
                  <a:close/>
                  <a:moveTo>
                    <a:pt x="103" y="3"/>
                  </a:moveTo>
                  <a:cubicBezTo>
                    <a:pt x="103" y="3"/>
                    <a:pt x="103" y="3"/>
                    <a:pt x="103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1" y="3"/>
                    <a:pt x="101" y="3"/>
                    <a:pt x="101" y="3"/>
                  </a:cubicBezTo>
                  <a:cubicBezTo>
                    <a:pt x="100" y="3"/>
                    <a:pt x="100" y="3"/>
                    <a:pt x="100" y="3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0" y="8"/>
                    <a:pt x="100" y="8"/>
                    <a:pt x="100" y="8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3" y="5"/>
                    <a:pt x="103" y="5"/>
                    <a:pt x="103" y="5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3"/>
                    <a:pt x="103" y="3"/>
                    <a:pt x="103" y="3"/>
                  </a:cubicBezTo>
                  <a:close/>
                  <a:moveTo>
                    <a:pt x="103" y="5"/>
                  </a:moveTo>
                  <a:cubicBezTo>
                    <a:pt x="103" y="5"/>
                    <a:pt x="103" y="5"/>
                    <a:pt x="103" y="5"/>
                  </a:cubicBezTo>
                  <a:cubicBezTo>
                    <a:pt x="101" y="6"/>
                    <a:pt x="101" y="6"/>
                    <a:pt x="101" y="6"/>
                  </a:cubicBezTo>
                  <a:cubicBezTo>
                    <a:pt x="101" y="4"/>
                    <a:pt x="101" y="4"/>
                    <a:pt x="101" y="4"/>
                  </a:cubicBezTo>
                  <a:cubicBezTo>
                    <a:pt x="103" y="3"/>
                    <a:pt x="103" y="3"/>
                    <a:pt x="103" y="3"/>
                  </a:cubicBezTo>
                  <a:lnTo>
                    <a:pt x="103" y="5"/>
                  </a:lnTo>
                  <a:close/>
                  <a:moveTo>
                    <a:pt x="67" y="42"/>
                  </a:moveTo>
                  <a:cubicBezTo>
                    <a:pt x="67" y="42"/>
                    <a:pt x="67" y="42"/>
                    <a:pt x="67" y="42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67" y="41"/>
                    <a:pt x="67" y="41"/>
                    <a:pt x="67" y="41"/>
                  </a:cubicBezTo>
                  <a:lnTo>
                    <a:pt x="67" y="42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71" y="42"/>
                    <a:pt x="71" y="42"/>
                    <a:pt x="71" y="42"/>
                  </a:cubicBezTo>
                  <a:cubicBezTo>
                    <a:pt x="67" y="42"/>
                    <a:pt x="67" y="42"/>
                    <a:pt x="67" y="42"/>
                  </a:cubicBezTo>
                  <a:lnTo>
                    <a:pt x="67" y="43"/>
                  </a:lnTo>
                  <a:close/>
                  <a:moveTo>
                    <a:pt x="67" y="43"/>
                  </a:moveTo>
                  <a:cubicBezTo>
                    <a:pt x="67" y="43"/>
                    <a:pt x="67" y="43"/>
                    <a:pt x="67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71" y="43"/>
                    <a:pt x="71" y="43"/>
                    <a:pt x="71" y="43"/>
                  </a:cubicBezTo>
                  <a:cubicBezTo>
                    <a:pt x="67" y="43"/>
                    <a:pt x="67" y="43"/>
                    <a:pt x="67" y="43"/>
                  </a:cubicBezTo>
                  <a:close/>
                  <a:moveTo>
                    <a:pt x="67" y="41"/>
                  </a:moveTo>
                  <a:cubicBezTo>
                    <a:pt x="67" y="41"/>
                    <a:pt x="67" y="41"/>
                    <a:pt x="67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1"/>
                    <a:pt x="67" y="41"/>
                    <a:pt x="67" y="41"/>
                  </a:cubicBezTo>
                  <a:close/>
                  <a:moveTo>
                    <a:pt x="71" y="37"/>
                  </a:moveTo>
                  <a:cubicBezTo>
                    <a:pt x="71" y="37"/>
                    <a:pt x="71" y="37"/>
                    <a:pt x="71" y="37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71" y="37"/>
                    <a:pt x="71" y="37"/>
                    <a:pt x="71" y="37"/>
                  </a:cubicBezTo>
                  <a:close/>
                  <a:moveTo>
                    <a:pt x="67" y="40"/>
                  </a:moveTo>
                  <a:cubicBezTo>
                    <a:pt x="67" y="40"/>
                    <a:pt x="67" y="40"/>
                    <a:pt x="67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67" y="40"/>
                    <a:pt x="67" y="40"/>
                    <a:pt x="67" y="40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60" y="41"/>
                    <a:pt x="60" y="41"/>
                    <a:pt x="60" y="41"/>
                  </a:cubicBezTo>
                  <a:lnTo>
                    <a:pt x="60" y="42"/>
                  </a:ln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67" y="39"/>
                    <a:pt x="67" y="39"/>
                    <a:pt x="67" y="39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1" y="39"/>
                    <a:pt x="71" y="39"/>
                    <a:pt x="71" y="39"/>
                  </a:cubicBezTo>
                  <a:close/>
                  <a:moveTo>
                    <a:pt x="71" y="40"/>
                  </a:moveTo>
                  <a:cubicBezTo>
                    <a:pt x="71" y="40"/>
                    <a:pt x="71" y="40"/>
                    <a:pt x="71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0"/>
                    <a:pt x="71" y="40"/>
                    <a:pt x="71" y="40"/>
                  </a:cubicBez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74" y="41"/>
                    <a:pt x="74" y="41"/>
                    <a:pt x="74" y="41"/>
                  </a:cubicBezTo>
                  <a:cubicBezTo>
                    <a:pt x="74" y="40"/>
                    <a:pt x="74" y="40"/>
                    <a:pt x="74" y="40"/>
                  </a:cubicBezTo>
                  <a:cubicBezTo>
                    <a:pt x="71" y="41"/>
                    <a:pt x="71" y="41"/>
                    <a:pt x="71" y="41"/>
                  </a:cubicBez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4" y="38"/>
                    <a:pt x="74" y="38"/>
                    <a:pt x="74" y="38"/>
                  </a:cubicBezTo>
                  <a:cubicBezTo>
                    <a:pt x="71" y="38"/>
                    <a:pt x="71" y="38"/>
                    <a:pt x="71" y="38"/>
                  </a:cubicBezTo>
                  <a:lnTo>
                    <a:pt x="71" y="39"/>
                  </a:lnTo>
                  <a:close/>
                  <a:moveTo>
                    <a:pt x="67" y="45"/>
                  </a:moveTo>
                  <a:cubicBezTo>
                    <a:pt x="67" y="45"/>
                    <a:pt x="67" y="45"/>
                    <a:pt x="67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67" y="45"/>
                    <a:pt x="67" y="45"/>
                    <a:pt x="67" y="45"/>
                  </a:cubicBezTo>
                  <a:close/>
                  <a:moveTo>
                    <a:pt x="74" y="37"/>
                  </a:moveTo>
                  <a:cubicBezTo>
                    <a:pt x="74" y="37"/>
                    <a:pt x="74" y="37"/>
                    <a:pt x="74" y="37"/>
                  </a:cubicBezTo>
                  <a:cubicBezTo>
                    <a:pt x="71" y="37"/>
                    <a:pt x="71" y="37"/>
                    <a:pt x="71" y="37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4" y="37"/>
                    <a:pt x="74" y="37"/>
                    <a:pt x="74" y="37"/>
                  </a:cubicBezTo>
                  <a:close/>
                  <a:moveTo>
                    <a:pt x="67" y="44"/>
                  </a:moveTo>
                  <a:cubicBezTo>
                    <a:pt x="67" y="44"/>
                    <a:pt x="67" y="44"/>
                    <a:pt x="67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71" y="44"/>
                    <a:pt x="71" y="44"/>
                    <a:pt x="71" y="44"/>
                  </a:cubicBezTo>
                  <a:cubicBezTo>
                    <a:pt x="67" y="44"/>
                    <a:pt x="67" y="44"/>
                    <a:pt x="67" y="44"/>
                  </a:cubicBezTo>
                  <a:close/>
                  <a:moveTo>
                    <a:pt x="67" y="39"/>
                  </a:moveTo>
                  <a:cubicBezTo>
                    <a:pt x="67" y="39"/>
                    <a:pt x="67" y="39"/>
                    <a:pt x="67" y="39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71" y="38"/>
                    <a:pt x="71" y="38"/>
                    <a:pt x="71" y="38"/>
                  </a:cubicBezTo>
                  <a:cubicBezTo>
                    <a:pt x="67" y="38"/>
                    <a:pt x="67" y="38"/>
                    <a:pt x="67" y="38"/>
                  </a:cubicBezTo>
                  <a:lnTo>
                    <a:pt x="67" y="39"/>
                  </a:lnTo>
                  <a:close/>
                  <a:moveTo>
                    <a:pt x="60" y="46"/>
                  </a:moveTo>
                  <a:cubicBezTo>
                    <a:pt x="60" y="46"/>
                    <a:pt x="60" y="46"/>
                    <a:pt x="60" y="46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3" y="45"/>
                    <a:pt x="63" y="45"/>
                    <a:pt x="63" y="45"/>
                  </a:cubicBezTo>
                  <a:cubicBezTo>
                    <a:pt x="60" y="45"/>
                    <a:pt x="60" y="45"/>
                    <a:pt x="60" y="45"/>
                  </a:cubicBezTo>
                  <a:lnTo>
                    <a:pt x="60" y="46"/>
                  </a:lnTo>
                  <a:close/>
                  <a:moveTo>
                    <a:pt x="60" y="45"/>
                  </a:moveTo>
                  <a:cubicBezTo>
                    <a:pt x="60" y="45"/>
                    <a:pt x="60" y="45"/>
                    <a:pt x="60" y="45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0" y="44"/>
                    <a:pt x="60" y="44"/>
                    <a:pt x="60" y="44"/>
                  </a:cubicBezTo>
                  <a:lnTo>
                    <a:pt x="60" y="45"/>
                  </a:lnTo>
                  <a:close/>
                  <a:moveTo>
                    <a:pt x="67" y="38"/>
                  </a:moveTo>
                  <a:cubicBezTo>
                    <a:pt x="67" y="38"/>
                    <a:pt x="67" y="38"/>
                    <a:pt x="67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7" y="38"/>
                    <a:pt x="67" y="38"/>
                    <a:pt x="67" y="38"/>
                  </a:cubicBezTo>
                  <a:close/>
                  <a:moveTo>
                    <a:pt x="64" y="39"/>
                  </a:moveTo>
                  <a:cubicBezTo>
                    <a:pt x="64" y="39"/>
                    <a:pt x="64" y="39"/>
                    <a:pt x="64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39"/>
                    <a:pt x="64" y="39"/>
                    <a:pt x="64" y="39"/>
                  </a:cubicBezTo>
                  <a:close/>
                  <a:moveTo>
                    <a:pt x="60" y="42"/>
                  </a:moveTo>
                  <a:cubicBezTo>
                    <a:pt x="60" y="42"/>
                    <a:pt x="60" y="42"/>
                    <a:pt x="60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3" y="42"/>
                    <a:pt x="63" y="42"/>
                    <a:pt x="63" y="42"/>
                  </a:cubicBezTo>
                  <a:cubicBezTo>
                    <a:pt x="60" y="42"/>
                    <a:pt x="60" y="42"/>
                    <a:pt x="60" y="42"/>
                  </a:cubicBezTo>
                  <a:close/>
                  <a:moveTo>
                    <a:pt x="60" y="44"/>
                  </a:moveTo>
                  <a:cubicBezTo>
                    <a:pt x="60" y="44"/>
                    <a:pt x="60" y="44"/>
                    <a:pt x="60" y="44"/>
                  </a:cubicBezTo>
                  <a:cubicBezTo>
                    <a:pt x="63" y="44"/>
                    <a:pt x="63" y="44"/>
                    <a:pt x="63" y="44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4"/>
                    <a:pt x="60" y="44"/>
                    <a:pt x="60" y="44"/>
                  </a:cubicBezTo>
                  <a:close/>
                  <a:moveTo>
                    <a:pt x="60" y="43"/>
                  </a:moveTo>
                  <a:cubicBezTo>
                    <a:pt x="60" y="43"/>
                    <a:pt x="60" y="43"/>
                    <a:pt x="60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3" y="43"/>
                    <a:pt x="63" y="43"/>
                    <a:pt x="63" y="43"/>
                  </a:cubicBezTo>
                  <a:cubicBezTo>
                    <a:pt x="60" y="43"/>
                    <a:pt x="60" y="43"/>
                    <a:pt x="60" y="43"/>
                  </a:cubicBezTo>
                  <a:close/>
                  <a:moveTo>
                    <a:pt x="64" y="43"/>
                  </a:moveTo>
                  <a:cubicBezTo>
                    <a:pt x="64" y="43"/>
                    <a:pt x="64" y="43"/>
                    <a:pt x="64" y="43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3"/>
                    <a:pt x="64" y="43"/>
                    <a:pt x="64" y="43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7" y="45"/>
                    <a:pt x="67" y="45"/>
                    <a:pt x="67" y="45"/>
                  </a:cubicBezTo>
                  <a:cubicBezTo>
                    <a:pt x="64" y="45"/>
                    <a:pt x="64" y="45"/>
                    <a:pt x="64" y="45"/>
                  </a:cubicBezTo>
                  <a:close/>
                  <a:moveTo>
                    <a:pt x="64" y="40"/>
                  </a:moveTo>
                  <a:cubicBezTo>
                    <a:pt x="64" y="40"/>
                    <a:pt x="64" y="40"/>
                    <a:pt x="64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4" y="40"/>
                    <a:pt x="64" y="40"/>
                    <a:pt x="64" y="40"/>
                  </a:cubicBezTo>
                  <a:close/>
                  <a:moveTo>
                    <a:pt x="64" y="45"/>
                  </a:moveTo>
                  <a:cubicBezTo>
                    <a:pt x="64" y="45"/>
                    <a:pt x="64" y="45"/>
                    <a:pt x="64" y="45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4" y="44"/>
                    <a:pt x="64" y="44"/>
                    <a:pt x="64" y="44"/>
                  </a:cubicBezTo>
                  <a:lnTo>
                    <a:pt x="64" y="45"/>
                  </a:lnTo>
                  <a:close/>
                  <a:moveTo>
                    <a:pt x="64" y="44"/>
                  </a:moveTo>
                  <a:cubicBezTo>
                    <a:pt x="64" y="44"/>
                    <a:pt x="64" y="44"/>
                    <a:pt x="64" y="44"/>
                  </a:cubicBezTo>
                  <a:cubicBezTo>
                    <a:pt x="67" y="44"/>
                    <a:pt x="67" y="44"/>
                    <a:pt x="67" y="44"/>
                  </a:cubicBezTo>
                  <a:cubicBezTo>
                    <a:pt x="67" y="43"/>
                    <a:pt x="67" y="43"/>
                    <a:pt x="67" y="43"/>
                  </a:cubicBezTo>
                  <a:cubicBezTo>
                    <a:pt x="64" y="43"/>
                    <a:pt x="64" y="43"/>
                    <a:pt x="64" y="43"/>
                  </a:cubicBezTo>
                  <a:lnTo>
                    <a:pt x="64" y="44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7" y="40"/>
                    <a:pt x="67" y="40"/>
                    <a:pt x="67" y="40"/>
                  </a:cubicBezTo>
                  <a:cubicBezTo>
                    <a:pt x="64" y="40"/>
                    <a:pt x="64" y="40"/>
                    <a:pt x="64" y="40"/>
                  </a:cubicBezTo>
                  <a:lnTo>
                    <a:pt x="64" y="41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7" y="41"/>
                    <a:pt x="67" y="41"/>
                    <a:pt x="67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2"/>
                  </a:lnTo>
                  <a:close/>
                  <a:moveTo>
                    <a:pt x="64" y="42"/>
                  </a:moveTo>
                  <a:cubicBezTo>
                    <a:pt x="64" y="42"/>
                    <a:pt x="64" y="42"/>
                    <a:pt x="64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7" y="42"/>
                    <a:pt x="67" y="42"/>
                    <a:pt x="67" y="42"/>
                  </a:cubicBezTo>
                  <a:cubicBezTo>
                    <a:pt x="64" y="42"/>
                    <a:pt x="64" y="42"/>
                    <a:pt x="6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Freeform 8"/>
            <p:cNvSpPr>
              <a:spLocks noEditPoints="1"/>
            </p:cNvSpPr>
            <p:nvPr/>
          </p:nvSpPr>
          <p:spPr bwMode="auto">
            <a:xfrm>
              <a:off x="1193" y="4158"/>
              <a:ext cx="482" cy="141"/>
            </a:xfrm>
            <a:custGeom>
              <a:avLst/>
              <a:gdLst>
                <a:gd name="T0" fmla="*/ 0 w 186"/>
                <a:gd name="T1" fmla="*/ 53 h 53"/>
                <a:gd name="T2" fmla="*/ 81 w 186"/>
                <a:gd name="T3" fmla="*/ 11 h 53"/>
                <a:gd name="T4" fmla="*/ 155 w 186"/>
                <a:gd name="T5" fmla="*/ 31 h 53"/>
                <a:gd name="T6" fmla="*/ 76 w 186"/>
                <a:gd name="T7" fmla="*/ 4 h 53"/>
                <a:gd name="T8" fmla="*/ 96 w 186"/>
                <a:gd name="T9" fmla="*/ 49 h 53"/>
                <a:gd name="T10" fmla="*/ 95 w 186"/>
                <a:gd name="T11" fmla="*/ 52 h 53"/>
                <a:gd name="T12" fmla="*/ 154 w 186"/>
                <a:gd name="T13" fmla="*/ 15 h 53"/>
                <a:gd name="T14" fmla="*/ 99 w 186"/>
                <a:gd name="T15" fmla="*/ 17 h 53"/>
                <a:gd name="T16" fmla="*/ 18 w 186"/>
                <a:gd name="T17" fmla="*/ 19 h 53"/>
                <a:gd name="T18" fmla="*/ 15 w 186"/>
                <a:gd name="T19" fmla="*/ 21 h 53"/>
                <a:gd name="T20" fmla="*/ 19 w 186"/>
                <a:gd name="T21" fmla="*/ 20 h 53"/>
                <a:gd name="T22" fmla="*/ 23 w 186"/>
                <a:gd name="T23" fmla="*/ 32 h 53"/>
                <a:gd name="T24" fmla="*/ 25 w 186"/>
                <a:gd name="T25" fmla="*/ 32 h 53"/>
                <a:gd name="T26" fmla="*/ 29 w 186"/>
                <a:gd name="T27" fmla="*/ 17 h 53"/>
                <a:gd name="T28" fmla="*/ 49 w 186"/>
                <a:gd name="T29" fmla="*/ 18 h 53"/>
                <a:gd name="T30" fmla="*/ 59 w 186"/>
                <a:gd name="T31" fmla="*/ 4 h 53"/>
                <a:gd name="T32" fmla="*/ 31 w 186"/>
                <a:gd name="T33" fmla="*/ 2 h 53"/>
                <a:gd name="T34" fmla="*/ 22 w 186"/>
                <a:gd name="T35" fmla="*/ 5 h 53"/>
                <a:gd name="T36" fmla="*/ 67 w 186"/>
                <a:gd name="T37" fmla="*/ 31 h 53"/>
                <a:gd name="T38" fmla="*/ 75 w 186"/>
                <a:gd name="T39" fmla="*/ 31 h 53"/>
                <a:gd name="T40" fmla="*/ 78 w 186"/>
                <a:gd name="T41" fmla="*/ 29 h 53"/>
                <a:gd name="T42" fmla="*/ 83 w 186"/>
                <a:gd name="T43" fmla="*/ 26 h 53"/>
                <a:gd name="T44" fmla="*/ 93 w 186"/>
                <a:gd name="T45" fmla="*/ 19 h 53"/>
                <a:gd name="T46" fmla="*/ 103 w 186"/>
                <a:gd name="T47" fmla="*/ 17 h 53"/>
                <a:gd name="T48" fmla="*/ 107 w 186"/>
                <a:gd name="T49" fmla="*/ 21 h 53"/>
                <a:gd name="T50" fmla="*/ 117 w 186"/>
                <a:gd name="T51" fmla="*/ 21 h 53"/>
                <a:gd name="T52" fmla="*/ 20 w 186"/>
                <a:gd name="T53" fmla="*/ 35 h 53"/>
                <a:gd name="T54" fmla="*/ 28 w 186"/>
                <a:gd name="T55" fmla="*/ 41 h 53"/>
                <a:gd name="T56" fmla="*/ 31 w 186"/>
                <a:gd name="T57" fmla="*/ 41 h 53"/>
                <a:gd name="T58" fmla="*/ 33 w 186"/>
                <a:gd name="T59" fmla="*/ 35 h 53"/>
                <a:gd name="T60" fmla="*/ 36 w 186"/>
                <a:gd name="T61" fmla="*/ 47 h 53"/>
                <a:gd name="T62" fmla="*/ 40 w 186"/>
                <a:gd name="T63" fmla="*/ 47 h 53"/>
                <a:gd name="T64" fmla="*/ 41 w 186"/>
                <a:gd name="T65" fmla="*/ 41 h 53"/>
                <a:gd name="T66" fmla="*/ 43 w 186"/>
                <a:gd name="T67" fmla="*/ 48 h 53"/>
                <a:gd name="T68" fmla="*/ 46 w 186"/>
                <a:gd name="T69" fmla="*/ 48 h 53"/>
                <a:gd name="T70" fmla="*/ 49 w 186"/>
                <a:gd name="T71" fmla="*/ 48 h 53"/>
                <a:gd name="T72" fmla="*/ 52 w 186"/>
                <a:gd name="T73" fmla="*/ 41 h 53"/>
                <a:gd name="T74" fmla="*/ 55 w 186"/>
                <a:gd name="T75" fmla="*/ 48 h 53"/>
                <a:gd name="T76" fmla="*/ 57 w 186"/>
                <a:gd name="T77" fmla="*/ 41 h 53"/>
                <a:gd name="T78" fmla="*/ 61 w 186"/>
                <a:gd name="T79" fmla="*/ 48 h 53"/>
                <a:gd name="T80" fmla="*/ 64 w 186"/>
                <a:gd name="T81" fmla="*/ 41 h 53"/>
                <a:gd name="T82" fmla="*/ 71 w 186"/>
                <a:gd name="T83" fmla="*/ 41 h 53"/>
                <a:gd name="T84" fmla="*/ 77 w 186"/>
                <a:gd name="T85" fmla="*/ 33 h 53"/>
                <a:gd name="T86" fmla="*/ 84 w 186"/>
                <a:gd name="T87" fmla="*/ 48 h 53"/>
                <a:gd name="T88" fmla="*/ 89 w 186"/>
                <a:gd name="T89" fmla="*/ 33 h 53"/>
                <a:gd name="T90" fmla="*/ 99 w 186"/>
                <a:gd name="T91" fmla="*/ 41 h 53"/>
                <a:gd name="T92" fmla="*/ 105 w 186"/>
                <a:gd name="T93" fmla="*/ 34 h 53"/>
                <a:gd name="T94" fmla="*/ 112 w 186"/>
                <a:gd name="T95" fmla="*/ 48 h 53"/>
                <a:gd name="T96" fmla="*/ 114 w 186"/>
                <a:gd name="T97" fmla="*/ 48 h 53"/>
                <a:gd name="T98" fmla="*/ 117 w 186"/>
                <a:gd name="T99" fmla="*/ 34 h 53"/>
                <a:gd name="T100" fmla="*/ 143 w 186"/>
                <a:gd name="T101" fmla="*/ 18 h 53"/>
                <a:gd name="T102" fmla="*/ 141 w 186"/>
                <a:gd name="T103" fmla="*/ 17 h 53"/>
                <a:gd name="T104" fmla="*/ 134 w 186"/>
                <a:gd name="T105" fmla="*/ 33 h 53"/>
                <a:gd name="T106" fmla="*/ 127 w 186"/>
                <a:gd name="T107" fmla="*/ 32 h 53"/>
                <a:gd name="T108" fmla="*/ 123 w 186"/>
                <a:gd name="T109" fmla="*/ 22 h 53"/>
                <a:gd name="T110" fmla="*/ 120 w 186"/>
                <a:gd name="T111" fmla="*/ 18 h 53"/>
                <a:gd name="T112" fmla="*/ 122 w 186"/>
                <a:gd name="T113" fmla="*/ 41 h 53"/>
                <a:gd name="T114" fmla="*/ 125 w 186"/>
                <a:gd name="T115" fmla="*/ 33 h 53"/>
                <a:gd name="T116" fmla="*/ 155 w 186"/>
                <a:gd name="T117" fmla="*/ 49 h 53"/>
                <a:gd name="T118" fmla="*/ 162 w 186"/>
                <a:gd name="T119" fmla="*/ 40 h 53"/>
                <a:gd name="T120" fmla="*/ 162 w 186"/>
                <a:gd name="T121" fmla="*/ 40 h 53"/>
                <a:gd name="T122" fmla="*/ 177 w 186"/>
                <a:gd name="T123" fmla="*/ 49 h 53"/>
                <a:gd name="T124" fmla="*/ 181 w 186"/>
                <a:gd name="T125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86" h="53">
                  <a:moveTo>
                    <a:pt x="3" y="53"/>
                  </a:move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3" y="52"/>
                    <a:pt x="3" y="52"/>
                    <a:pt x="3" y="52"/>
                  </a:cubicBezTo>
                  <a:lnTo>
                    <a:pt x="3" y="53"/>
                  </a:lnTo>
                  <a:close/>
                  <a:moveTo>
                    <a:pt x="4" y="50"/>
                  </a:moveTo>
                  <a:cubicBezTo>
                    <a:pt x="4" y="50"/>
                    <a:pt x="4" y="50"/>
                    <a:pt x="4" y="50"/>
                  </a:cubicBezTo>
                  <a:cubicBezTo>
                    <a:pt x="5" y="50"/>
                    <a:pt x="5" y="50"/>
                    <a:pt x="5" y="50"/>
                  </a:cubicBezTo>
                  <a:cubicBezTo>
                    <a:pt x="4" y="50"/>
                    <a:pt x="4" y="50"/>
                    <a:pt x="4" y="50"/>
                  </a:cubicBezTo>
                  <a:cubicBezTo>
                    <a:pt x="3" y="51"/>
                    <a:pt x="3" y="51"/>
                    <a:pt x="3" y="51"/>
                  </a:cubicBezTo>
                  <a:lnTo>
                    <a:pt x="4" y="50"/>
                  </a:lnTo>
                  <a:close/>
                  <a:moveTo>
                    <a:pt x="3" y="50"/>
                  </a:moveTo>
                  <a:cubicBezTo>
                    <a:pt x="3" y="50"/>
                    <a:pt x="3" y="50"/>
                    <a:pt x="3" y="50"/>
                  </a:cubicBezTo>
                  <a:cubicBezTo>
                    <a:pt x="2" y="50"/>
                    <a:pt x="2" y="50"/>
                    <a:pt x="2" y="50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0"/>
                    <a:pt x="2" y="50"/>
                    <a:pt x="2" y="50"/>
                  </a:cubicBezTo>
                  <a:lnTo>
                    <a:pt x="3" y="50"/>
                  </a:lnTo>
                  <a:close/>
                  <a:moveTo>
                    <a:pt x="5" y="49"/>
                  </a:moveTo>
                  <a:cubicBezTo>
                    <a:pt x="5" y="49"/>
                    <a:pt x="5" y="49"/>
                    <a:pt x="5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6" y="49"/>
                    <a:pt x="5" y="49"/>
                    <a:pt x="5" y="49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49"/>
                  </a:lnTo>
                  <a:close/>
                  <a:moveTo>
                    <a:pt x="10" y="47"/>
                  </a:moveTo>
                  <a:cubicBezTo>
                    <a:pt x="10" y="47"/>
                    <a:pt x="10" y="47"/>
                    <a:pt x="10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9" y="48"/>
                    <a:pt x="9" y="48"/>
                    <a:pt x="9" y="48"/>
                  </a:cubicBezTo>
                  <a:cubicBezTo>
                    <a:pt x="9" y="47"/>
                    <a:pt x="9" y="47"/>
                    <a:pt x="9" y="47"/>
                  </a:cubicBezTo>
                  <a:lnTo>
                    <a:pt x="10" y="47"/>
                  </a:lnTo>
                  <a:close/>
                  <a:moveTo>
                    <a:pt x="0" y="53"/>
                  </a:moveTo>
                  <a:cubicBezTo>
                    <a:pt x="0" y="53"/>
                    <a:pt x="0" y="53"/>
                    <a:pt x="0" y="53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0" y="53"/>
                    <a:pt x="0" y="53"/>
                    <a:pt x="0" y="53"/>
                  </a:cubicBezTo>
                  <a:close/>
                  <a:moveTo>
                    <a:pt x="5" y="52"/>
                  </a:moveTo>
                  <a:cubicBezTo>
                    <a:pt x="5" y="52"/>
                    <a:pt x="5" y="52"/>
                    <a:pt x="5" y="52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5" y="51"/>
                    <a:pt x="5" y="51"/>
                    <a:pt x="5" y="51"/>
                  </a:cubicBezTo>
                  <a:lnTo>
                    <a:pt x="5" y="52"/>
                  </a:lnTo>
                  <a:close/>
                  <a:moveTo>
                    <a:pt x="76" y="7"/>
                  </a:moveTo>
                  <a:cubicBezTo>
                    <a:pt x="76" y="7"/>
                    <a:pt x="76" y="7"/>
                    <a:pt x="76" y="7"/>
                  </a:cubicBezTo>
                  <a:cubicBezTo>
                    <a:pt x="76" y="9"/>
                    <a:pt x="76" y="9"/>
                    <a:pt x="76" y="9"/>
                  </a:cubicBezTo>
                  <a:cubicBezTo>
                    <a:pt x="79" y="11"/>
                    <a:pt x="79" y="11"/>
                    <a:pt x="79" y="11"/>
                  </a:cubicBezTo>
                  <a:cubicBezTo>
                    <a:pt x="79" y="9"/>
                    <a:pt x="79" y="9"/>
                    <a:pt x="79" y="9"/>
                  </a:cubicBezTo>
                  <a:cubicBezTo>
                    <a:pt x="79" y="9"/>
                    <a:pt x="78" y="8"/>
                    <a:pt x="77" y="8"/>
                  </a:cubicBezTo>
                  <a:cubicBezTo>
                    <a:pt x="76" y="7"/>
                    <a:pt x="76" y="7"/>
                    <a:pt x="76" y="7"/>
                  </a:cubicBezTo>
                  <a:close/>
                  <a:moveTo>
                    <a:pt x="99" y="13"/>
                  </a:moveTo>
                  <a:cubicBezTo>
                    <a:pt x="99" y="13"/>
                    <a:pt x="99" y="13"/>
                    <a:pt x="99" y="13"/>
                  </a:cubicBezTo>
                  <a:cubicBezTo>
                    <a:pt x="99" y="13"/>
                    <a:pt x="99" y="13"/>
                    <a:pt x="99" y="13"/>
                  </a:cubicBezTo>
                  <a:cubicBezTo>
                    <a:pt x="102" y="13"/>
                    <a:pt x="102" y="13"/>
                    <a:pt x="102" y="13"/>
                  </a:cubicBezTo>
                  <a:lnTo>
                    <a:pt x="99" y="13"/>
                  </a:lnTo>
                  <a:close/>
                  <a:moveTo>
                    <a:pt x="10" y="48"/>
                  </a:moveTo>
                  <a:cubicBezTo>
                    <a:pt x="10" y="48"/>
                    <a:pt x="10" y="48"/>
                    <a:pt x="10" y="48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8" y="48"/>
                    <a:pt x="8" y="48"/>
                    <a:pt x="8" y="48"/>
                  </a:cubicBezTo>
                  <a:lnTo>
                    <a:pt x="10" y="48"/>
                  </a:lnTo>
                  <a:close/>
                  <a:moveTo>
                    <a:pt x="87" y="12"/>
                  </a:moveTo>
                  <a:cubicBezTo>
                    <a:pt x="87" y="12"/>
                    <a:pt x="87" y="12"/>
                    <a:pt x="87" y="12"/>
                  </a:cubicBezTo>
                  <a:cubicBezTo>
                    <a:pt x="87" y="12"/>
                    <a:pt x="85" y="11"/>
                    <a:pt x="84" y="11"/>
                  </a:cubicBezTo>
                  <a:cubicBezTo>
                    <a:pt x="83" y="11"/>
                    <a:pt x="81" y="10"/>
                    <a:pt x="81" y="10"/>
                  </a:cubicBezTo>
                  <a:cubicBezTo>
                    <a:pt x="81" y="11"/>
                    <a:pt x="81" y="11"/>
                    <a:pt x="81" y="11"/>
                  </a:cubicBezTo>
                  <a:cubicBezTo>
                    <a:pt x="81" y="11"/>
                    <a:pt x="82" y="12"/>
                    <a:pt x="83" y="12"/>
                  </a:cubicBezTo>
                  <a:cubicBezTo>
                    <a:pt x="85" y="13"/>
                    <a:pt x="87" y="13"/>
                    <a:pt x="87" y="13"/>
                  </a:cubicBezTo>
                  <a:lnTo>
                    <a:pt x="87" y="12"/>
                  </a:lnTo>
                  <a:close/>
                  <a:moveTo>
                    <a:pt x="92" y="13"/>
                  </a:moveTo>
                  <a:cubicBezTo>
                    <a:pt x="92" y="13"/>
                    <a:pt x="92" y="13"/>
                    <a:pt x="92" y="13"/>
                  </a:cubicBezTo>
                  <a:cubicBezTo>
                    <a:pt x="91" y="12"/>
                    <a:pt x="88" y="12"/>
                    <a:pt x="88" y="12"/>
                  </a:cubicBezTo>
                  <a:cubicBezTo>
                    <a:pt x="88" y="13"/>
                    <a:pt x="88" y="13"/>
                    <a:pt x="8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8" y="13"/>
                    <a:pt x="93" y="13"/>
                    <a:pt x="92" y="13"/>
                  </a:cubicBezTo>
                  <a:close/>
                  <a:moveTo>
                    <a:pt x="11" y="50"/>
                  </a:moveTo>
                  <a:cubicBezTo>
                    <a:pt x="11" y="50"/>
                    <a:pt x="11" y="50"/>
                    <a:pt x="11" y="50"/>
                  </a:cubicBezTo>
                  <a:cubicBezTo>
                    <a:pt x="10" y="48"/>
                    <a:pt x="10" y="48"/>
                    <a:pt x="10" y="48"/>
                  </a:cubicBezTo>
                  <a:cubicBezTo>
                    <a:pt x="11" y="50"/>
                    <a:pt x="11" y="50"/>
                    <a:pt x="11" y="5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11" y="50"/>
                    <a:pt x="11" y="50"/>
                  </a:cubicBez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81" y="40"/>
                    <a:pt x="181" y="40"/>
                    <a:pt x="181" y="40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49"/>
                    <a:pt x="183" y="49"/>
                    <a:pt x="183" y="49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56" y="32"/>
                    <a:pt x="155" y="32"/>
                    <a:pt x="155" y="32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31"/>
                    <a:pt x="155" y="31"/>
                    <a:pt x="155" y="31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4" y="40"/>
                    <a:pt x="154" y="40"/>
                    <a:pt x="154" y="40"/>
                  </a:cubicBezTo>
                  <a:cubicBezTo>
                    <a:pt x="154" y="40"/>
                    <a:pt x="154" y="40"/>
                    <a:pt x="154" y="39"/>
                  </a:cubicBezTo>
                  <a:cubicBezTo>
                    <a:pt x="154" y="37"/>
                    <a:pt x="154" y="32"/>
                    <a:pt x="154" y="32"/>
                  </a:cubicBezTo>
                  <a:cubicBezTo>
                    <a:pt x="154" y="32"/>
                    <a:pt x="151" y="32"/>
                    <a:pt x="148" y="31"/>
                  </a:cubicBezTo>
                  <a:cubicBezTo>
                    <a:pt x="145" y="31"/>
                    <a:pt x="143" y="31"/>
                    <a:pt x="143" y="31"/>
                  </a:cubicBezTo>
                  <a:cubicBezTo>
                    <a:pt x="143" y="31"/>
                    <a:pt x="143" y="38"/>
                    <a:pt x="143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42" y="31"/>
                    <a:pt x="142" y="31"/>
                    <a:pt x="142" y="31"/>
                  </a:cubicBezTo>
                  <a:cubicBezTo>
                    <a:pt x="186" y="32"/>
                    <a:pt x="186" y="32"/>
                    <a:pt x="186" y="32"/>
                  </a:cubicBezTo>
                  <a:cubicBezTo>
                    <a:pt x="186" y="30"/>
                    <a:pt x="186" y="30"/>
                    <a:pt x="186" y="30"/>
                  </a:cubicBezTo>
                  <a:cubicBezTo>
                    <a:pt x="173" y="30"/>
                    <a:pt x="173" y="30"/>
                    <a:pt x="173" y="30"/>
                  </a:cubicBezTo>
                  <a:cubicBezTo>
                    <a:pt x="170" y="10"/>
                    <a:pt x="170" y="10"/>
                    <a:pt x="170" y="10"/>
                  </a:cubicBezTo>
                  <a:cubicBezTo>
                    <a:pt x="170" y="10"/>
                    <a:pt x="167" y="10"/>
                    <a:pt x="165" y="10"/>
                  </a:cubicBezTo>
                  <a:cubicBezTo>
                    <a:pt x="163" y="10"/>
                    <a:pt x="159" y="10"/>
                    <a:pt x="159" y="10"/>
                  </a:cubicBezTo>
                  <a:cubicBezTo>
                    <a:pt x="159" y="10"/>
                    <a:pt x="159" y="10"/>
                    <a:pt x="159" y="10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8" y="13"/>
                    <a:pt x="158" y="13"/>
                    <a:pt x="156" y="14"/>
                  </a:cubicBezTo>
                  <a:cubicBezTo>
                    <a:pt x="154" y="14"/>
                    <a:pt x="154" y="15"/>
                    <a:pt x="154" y="15"/>
                  </a:cubicBezTo>
                  <a:cubicBezTo>
                    <a:pt x="154" y="21"/>
                    <a:pt x="154" y="21"/>
                    <a:pt x="154" y="21"/>
                  </a:cubicBezTo>
                  <a:cubicBezTo>
                    <a:pt x="153" y="22"/>
                    <a:pt x="153" y="22"/>
                    <a:pt x="153" y="22"/>
                  </a:cubicBezTo>
                  <a:cubicBezTo>
                    <a:pt x="153" y="22"/>
                    <a:pt x="153" y="21"/>
                    <a:pt x="153" y="21"/>
                  </a:cubicBezTo>
                  <a:cubicBezTo>
                    <a:pt x="153" y="20"/>
                    <a:pt x="152" y="20"/>
                    <a:pt x="150" y="20"/>
                  </a:cubicBezTo>
                  <a:cubicBezTo>
                    <a:pt x="150" y="19"/>
                    <a:pt x="149" y="19"/>
                    <a:pt x="149" y="19"/>
                  </a:cubicBezTo>
                  <a:cubicBezTo>
                    <a:pt x="148" y="13"/>
                    <a:pt x="148" y="13"/>
                    <a:pt x="148" y="13"/>
                  </a:cubicBezTo>
                  <a:cubicBezTo>
                    <a:pt x="148" y="13"/>
                    <a:pt x="129" y="13"/>
                    <a:pt x="117" y="13"/>
                  </a:cubicBezTo>
                  <a:cubicBezTo>
                    <a:pt x="117" y="13"/>
                    <a:pt x="117" y="13"/>
                    <a:pt x="117" y="13"/>
                  </a:cubicBezTo>
                  <a:cubicBezTo>
                    <a:pt x="117" y="13"/>
                    <a:pt x="89" y="11"/>
                    <a:pt x="85" y="10"/>
                  </a:cubicBezTo>
                  <a:cubicBezTo>
                    <a:pt x="82" y="9"/>
                    <a:pt x="78" y="7"/>
                    <a:pt x="77" y="6"/>
                  </a:cubicBezTo>
                  <a:cubicBezTo>
                    <a:pt x="76" y="4"/>
                    <a:pt x="76" y="4"/>
                    <a:pt x="76" y="4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14" y="10"/>
                    <a:pt x="14" y="10"/>
                    <a:pt x="14" y="10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3" y="11"/>
                    <a:pt x="13" y="11"/>
                    <a:pt x="13" y="11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33" y="32"/>
                    <a:pt x="33" y="32"/>
                    <a:pt x="33" y="32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119" y="33"/>
                    <a:pt x="119" y="33"/>
                    <a:pt x="119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34" y="32"/>
                    <a:pt x="34" y="32"/>
                    <a:pt x="34" y="32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47"/>
                    <a:pt x="14" y="47"/>
                    <a:pt x="14" y="47"/>
                  </a:cubicBezTo>
                  <a:cubicBezTo>
                    <a:pt x="9" y="47"/>
                    <a:pt x="9" y="47"/>
                    <a:pt x="9" y="47"/>
                  </a:cubicBezTo>
                  <a:cubicBezTo>
                    <a:pt x="12" y="49"/>
                    <a:pt x="12" y="49"/>
                    <a:pt x="12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109" y="48"/>
                    <a:pt x="109" y="48"/>
                    <a:pt x="109" y="48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8" y="48"/>
                    <a:pt x="8" y="48"/>
                    <a:pt x="8" y="48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8" y="49"/>
                    <a:pt x="8" y="49"/>
                    <a:pt x="8" y="49"/>
                  </a:cubicBezTo>
                  <a:cubicBezTo>
                    <a:pt x="9" y="50"/>
                    <a:pt x="9" y="50"/>
                    <a:pt x="9" y="50"/>
                  </a:cubicBezTo>
                  <a:cubicBezTo>
                    <a:pt x="93" y="50"/>
                    <a:pt x="93" y="50"/>
                    <a:pt x="93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7" y="50"/>
                    <a:pt x="7" y="50"/>
                    <a:pt x="7" y="50"/>
                  </a:cubicBezTo>
                  <a:cubicBezTo>
                    <a:pt x="7" y="49"/>
                    <a:pt x="7" y="49"/>
                    <a:pt x="7" y="49"/>
                  </a:cubicBezTo>
                  <a:cubicBezTo>
                    <a:pt x="7" y="51"/>
                    <a:pt x="7" y="51"/>
                    <a:pt x="7" y="51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4" y="51"/>
                    <a:pt x="94" y="51"/>
                    <a:pt x="94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5" y="51"/>
                    <a:pt x="95" y="51"/>
                  </a:cubicBezTo>
                  <a:cubicBezTo>
                    <a:pt x="95" y="52"/>
                    <a:pt x="95" y="52"/>
                    <a:pt x="95" y="52"/>
                  </a:cubicBezTo>
                  <a:cubicBezTo>
                    <a:pt x="123" y="51"/>
                    <a:pt x="123" y="51"/>
                    <a:pt x="123" y="51"/>
                  </a:cubicBezTo>
                  <a:cubicBezTo>
                    <a:pt x="148" y="53"/>
                    <a:pt x="148" y="53"/>
                    <a:pt x="148" y="53"/>
                  </a:cubicBezTo>
                  <a:cubicBezTo>
                    <a:pt x="186" y="53"/>
                    <a:pt x="186" y="53"/>
                    <a:pt x="186" y="53"/>
                  </a:cubicBezTo>
                  <a:cubicBezTo>
                    <a:pt x="186" y="49"/>
                    <a:pt x="186" y="49"/>
                    <a:pt x="186" y="49"/>
                  </a:cubicBezTo>
                  <a:lnTo>
                    <a:pt x="181" y="49"/>
                  </a:lnTo>
                  <a:close/>
                  <a:moveTo>
                    <a:pt x="181" y="32"/>
                  </a:moveTo>
                  <a:cubicBezTo>
                    <a:pt x="181" y="32"/>
                    <a:pt x="181" y="32"/>
                    <a:pt x="181" y="32"/>
                  </a:cubicBezTo>
                  <a:cubicBezTo>
                    <a:pt x="183" y="32"/>
                    <a:pt x="183" y="32"/>
                    <a:pt x="183" y="32"/>
                  </a:cubicBezTo>
                  <a:cubicBezTo>
                    <a:pt x="183" y="40"/>
                    <a:pt x="183" y="40"/>
                    <a:pt x="183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32"/>
                  </a:lnTo>
                  <a:close/>
                  <a:moveTo>
                    <a:pt x="160" y="10"/>
                  </a:moveTo>
                  <a:cubicBezTo>
                    <a:pt x="160" y="10"/>
                    <a:pt x="160" y="10"/>
                    <a:pt x="160" y="10"/>
                  </a:cubicBezTo>
                  <a:cubicBezTo>
                    <a:pt x="160" y="10"/>
                    <a:pt x="161" y="10"/>
                    <a:pt x="163" y="10"/>
                  </a:cubicBezTo>
                  <a:cubicBezTo>
                    <a:pt x="165" y="10"/>
                    <a:pt x="170" y="11"/>
                    <a:pt x="170" y="11"/>
                  </a:cubicBezTo>
                  <a:cubicBezTo>
                    <a:pt x="170" y="11"/>
                    <a:pt x="166" y="11"/>
                    <a:pt x="164" y="11"/>
                  </a:cubicBezTo>
                  <a:cubicBezTo>
                    <a:pt x="162" y="11"/>
                    <a:pt x="160" y="10"/>
                    <a:pt x="160" y="10"/>
                  </a:cubicBezTo>
                  <a:cubicBezTo>
                    <a:pt x="160" y="13"/>
                    <a:pt x="160" y="13"/>
                    <a:pt x="160" y="13"/>
                  </a:cubicBezTo>
                  <a:cubicBezTo>
                    <a:pt x="159" y="13"/>
                    <a:pt x="159" y="13"/>
                    <a:pt x="159" y="13"/>
                  </a:cubicBezTo>
                  <a:cubicBezTo>
                    <a:pt x="159" y="10"/>
                    <a:pt x="159" y="10"/>
                    <a:pt x="159" y="10"/>
                  </a:cubicBezTo>
                  <a:lnTo>
                    <a:pt x="160" y="10"/>
                  </a:lnTo>
                  <a:close/>
                  <a:moveTo>
                    <a:pt x="159" y="13"/>
                  </a:moveTo>
                  <a:cubicBezTo>
                    <a:pt x="159" y="13"/>
                    <a:pt x="159" y="13"/>
                    <a:pt x="159" y="13"/>
                  </a:cubicBezTo>
                  <a:cubicBezTo>
                    <a:pt x="164" y="12"/>
                    <a:pt x="170" y="11"/>
                    <a:pt x="170" y="11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72" y="30"/>
                    <a:pt x="172" y="30"/>
                    <a:pt x="172" y="30"/>
                  </a:cubicBezTo>
                  <a:cubicBezTo>
                    <a:pt x="169" y="11"/>
                    <a:pt x="169" y="11"/>
                    <a:pt x="169" y="11"/>
                  </a:cubicBezTo>
                  <a:cubicBezTo>
                    <a:pt x="169" y="11"/>
                    <a:pt x="162" y="13"/>
                    <a:pt x="159" y="14"/>
                  </a:cubicBezTo>
                  <a:cubicBezTo>
                    <a:pt x="156" y="15"/>
                    <a:pt x="155" y="16"/>
                    <a:pt x="155" y="16"/>
                  </a:cubicBezTo>
                  <a:cubicBezTo>
                    <a:pt x="155" y="29"/>
                    <a:pt x="155" y="29"/>
                    <a:pt x="155" y="29"/>
                  </a:cubicBezTo>
                  <a:cubicBezTo>
                    <a:pt x="154" y="15"/>
                    <a:pt x="154" y="15"/>
                    <a:pt x="154" y="15"/>
                  </a:cubicBezTo>
                  <a:cubicBezTo>
                    <a:pt x="154" y="15"/>
                    <a:pt x="154" y="14"/>
                    <a:pt x="159" y="13"/>
                  </a:cubicBezTo>
                  <a:close/>
                  <a:moveTo>
                    <a:pt x="114" y="20"/>
                  </a:moveTo>
                  <a:cubicBezTo>
                    <a:pt x="114" y="20"/>
                    <a:pt x="114" y="20"/>
                    <a:pt x="114" y="20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15" y="21"/>
                    <a:pt x="115" y="21"/>
                    <a:pt x="115" y="21"/>
                  </a:cubicBezTo>
                  <a:cubicBezTo>
                    <a:pt x="114" y="21"/>
                    <a:pt x="114" y="21"/>
                    <a:pt x="114" y="21"/>
                  </a:cubicBezTo>
                  <a:lnTo>
                    <a:pt x="114" y="20"/>
                  </a:lnTo>
                  <a:close/>
                  <a:moveTo>
                    <a:pt x="112" y="17"/>
                  </a:moveTo>
                  <a:cubicBezTo>
                    <a:pt x="112" y="17"/>
                    <a:pt x="112" y="17"/>
                    <a:pt x="112" y="17"/>
                  </a:cubicBezTo>
                  <a:cubicBezTo>
                    <a:pt x="114" y="17"/>
                    <a:pt x="114" y="17"/>
                    <a:pt x="114" y="17"/>
                  </a:cubicBezTo>
                  <a:cubicBezTo>
                    <a:pt x="114" y="19"/>
                    <a:pt x="114" y="19"/>
                    <a:pt x="114" y="19"/>
                  </a:cubicBezTo>
                  <a:cubicBezTo>
                    <a:pt x="112" y="19"/>
                    <a:pt x="112" y="19"/>
                    <a:pt x="112" y="19"/>
                  </a:cubicBezTo>
                  <a:lnTo>
                    <a:pt x="112" y="17"/>
                  </a:lnTo>
                  <a:close/>
                  <a:moveTo>
                    <a:pt x="111" y="22"/>
                  </a:moveTo>
                  <a:cubicBezTo>
                    <a:pt x="111" y="22"/>
                    <a:pt x="111" y="22"/>
                    <a:pt x="111" y="22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3" y="23"/>
                    <a:pt x="113" y="23"/>
                    <a:pt x="113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2"/>
                  </a:lnTo>
                  <a:close/>
                  <a:moveTo>
                    <a:pt x="109" y="19"/>
                  </a:moveTo>
                  <a:cubicBezTo>
                    <a:pt x="109" y="19"/>
                    <a:pt x="109" y="19"/>
                    <a:pt x="109" y="19"/>
                  </a:cubicBezTo>
                  <a:cubicBezTo>
                    <a:pt x="111" y="19"/>
                    <a:pt x="111" y="19"/>
                    <a:pt x="111" y="19"/>
                  </a:cubicBezTo>
                  <a:cubicBezTo>
                    <a:pt x="111" y="21"/>
                    <a:pt x="111" y="21"/>
                    <a:pt x="111" y="21"/>
                  </a:cubicBezTo>
                  <a:cubicBezTo>
                    <a:pt x="109" y="21"/>
                    <a:pt x="109" y="21"/>
                    <a:pt x="109" y="21"/>
                  </a:cubicBezTo>
                  <a:lnTo>
                    <a:pt x="109" y="19"/>
                  </a:lnTo>
                  <a:close/>
                  <a:moveTo>
                    <a:pt x="98" y="13"/>
                  </a:moveTo>
                  <a:cubicBezTo>
                    <a:pt x="98" y="13"/>
                    <a:pt x="98" y="13"/>
                    <a:pt x="98" y="13"/>
                  </a:cubicBezTo>
                  <a:cubicBezTo>
                    <a:pt x="100" y="13"/>
                    <a:pt x="103" y="13"/>
                    <a:pt x="105" y="13"/>
                  </a:cubicBezTo>
                  <a:cubicBezTo>
                    <a:pt x="103" y="13"/>
                    <a:pt x="101" y="13"/>
                    <a:pt x="98" y="13"/>
                  </a:cubicBezTo>
                  <a:close/>
                  <a:moveTo>
                    <a:pt x="99" y="17"/>
                  </a:moveTo>
                  <a:cubicBezTo>
                    <a:pt x="99" y="17"/>
                    <a:pt x="99" y="17"/>
                    <a:pt x="99" y="17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7" y="20"/>
                    <a:pt x="97" y="20"/>
                    <a:pt x="97" y="20"/>
                  </a:cubicBezTo>
                  <a:cubicBezTo>
                    <a:pt x="97" y="17"/>
                    <a:pt x="97" y="17"/>
                    <a:pt x="97" y="17"/>
                  </a:cubicBezTo>
                  <a:lnTo>
                    <a:pt x="99" y="17"/>
                  </a:lnTo>
                  <a:close/>
                  <a:moveTo>
                    <a:pt x="88" y="12"/>
                  </a:moveTo>
                  <a:cubicBezTo>
                    <a:pt x="88" y="12"/>
                    <a:pt x="88" y="12"/>
                    <a:pt x="88" y="12"/>
                  </a:cubicBezTo>
                  <a:cubicBezTo>
                    <a:pt x="91" y="12"/>
                    <a:pt x="94" y="12"/>
                    <a:pt x="98" y="13"/>
                  </a:cubicBezTo>
                  <a:cubicBezTo>
                    <a:pt x="98" y="13"/>
                    <a:pt x="98" y="13"/>
                    <a:pt x="98" y="13"/>
                  </a:cubicBezTo>
                  <a:cubicBezTo>
                    <a:pt x="94" y="13"/>
                    <a:pt x="90" y="13"/>
                    <a:pt x="88" y="13"/>
                  </a:cubicBezTo>
                  <a:lnTo>
                    <a:pt x="88" y="12"/>
                  </a:lnTo>
                  <a:close/>
                  <a:moveTo>
                    <a:pt x="80" y="9"/>
                  </a:moveTo>
                  <a:cubicBezTo>
                    <a:pt x="80" y="9"/>
                    <a:pt x="80" y="9"/>
                    <a:pt x="80" y="9"/>
                  </a:cubicBezTo>
                  <a:cubicBezTo>
                    <a:pt x="82" y="10"/>
                    <a:pt x="83" y="11"/>
                    <a:pt x="85" y="11"/>
                  </a:cubicBezTo>
                  <a:cubicBezTo>
                    <a:pt x="85" y="11"/>
                    <a:pt x="86" y="12"/>
                    <a:pt x="87" y="12"/>
                  </a:cubicBezTo>
                  <a:cubicBezTo>
                    <a:pt x="87" y="13"/>
                    <a:pt x="87" y="13"/>
                    <a:pt x="87" y="13"/>
                  </a:cubicBezTo>
                  <a:cubicBezTo>
                    <a:pt x="86" y="13"/>
                    <a:pt x="86" y="13"/>
                    <a:pt x="86" y="13"/>
                  </a:cubicBezTo>
                  <a:cubicBezTo>
                    <a:pt x="80" y="13"/>
                    <a:pt x="80" y="13"/>
                    <a:pt x="80" y="13"/>
                  </a:cubicBezTo>
                  <a:lnTo>
                    <a:pt x="80" y="9"/>
                  </a:lnTo>
                  <a:close/>
                  <a:moveTo>
                    <a:pt x="86" y="25"/>
                  </a:moveTo>
                  <a:cubicBezTo>
                    <a:pt x="86" y="25"/>
                    <a:pt x="86" y="25"/>
                    <a:pt x="86" y="25"/>
                  </a:cubicBezTo>
                  <a:cubicBezTo>
                    <a:pt x="86" y="27"/>
                    <a:pt x="86" y="27"/>
                    <a:pt x="86" y="27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25"/>
                    <a:pt x="85" y="25"/>
                    <a:pt x="85" y="25"/>
                  </a:cubicBezTo>
                  <a:lnTo>
                    <a:pt x="86" y="25"/>
                  </a:ln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20"/>
                    <a:pt x="15" y="20"/>
                    <a:pt x="15" y="20"/>
                  </a:cubicBezTo>
                  <a:cubicBezTo>
                    <a:pt x="15" y="11"/>
                    <a:pt x="15" y="11"/>
                    <a:pt x="15" y="11"/>
                  </a:cubicBezTo>
                  <a:cubicBezTo>
                    <a:pt x="14" y="11"/>
                    <a:pt x="14" y="11"/>
                    <a:pt x="14" y="11"/>
                  </a:cubicBezTo>
                  <a:lnTo>
                    <a:pt x="18" y="8"/>
                  </a:lnTo>
                  <a:close/>
                  <a:moveTo>
                    <a:pt x="18" y="20"/>
                  </a:moveTo>
                  <a:cubicBezTo>
                    <a:pt x="18" y="20"/>
                    <a:pt x="18" y="20"/>
                    <a:pt x="18" y="20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8" y="20"/>
                    <a:pt x="18" y="20"/>
                    <a:pt x="18" y="20"/>
                  </a:cubicBezTo>
                  <a:close/>
                  <a:moveTo>
                    <a:pt x="18" y="21"/>
                  </a:moveTo>
                  <a:cubicBezTo>
                    <a:pt x="18" y="21"/>
                    <a:pt x="18" y="21"/>
                    <a:pt x="18" y="21"/>
                  </a:cubicBezTo>
                  <a:cubicBezTo>
                    <a:pt x="18" y="33"/>
                    <a:pt x="18" y="33"/>
                    <a:pt x="18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21"/>
                    <a:pt x="16" y="21"/>
                    <a:pt x="16" y="21"/>
                  </a:cubicBezTo>
                  <a:lnTo>
                    <a:pt x="18" y="21"/>
                  </a:lnTo>
                  <a:close/>
                  <a:moveTo>
                    <a:pt x="16" y="21"/>
                  </a:moveTo>
                  <a:cubicBezTo>
                    <a:pt x="16" y="21"/>
                    <a:pt x="16" y="21"/>
                    <a:pt x="16" y="21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lnTo>
                    <a:pt x="16" y="21"/>
                  </a:lnTo>
                  <a:close/>
                  <a:moveTo>
                    <a:pt x="15" y="21"/>
                  </a:moveTo>
                  <a:cubicBezTo>
                    <a:pt x="15" y="21"/>
                    <a:pt x="15" y="21"/>
                    <a:pt x="15" y="21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21"/>
                    <a:pt x="15" y="21"/>
                    <a:pt x="15" y="21"/>
                  </a:cubicBezTo>
                  <a:close/>
                  <a:moveTo>
                    <a:pt x="14" y="12"/>
                  </a:moveTo>
                  <a:cubicBezTo>
                    <a:pt x="14" y="12"/>
                    <a:pt x="14" y="12"/>
                    <a:pt x="14" y="12"/>
                  </a:cubicBezTo>
                  <a:cubicBezTo>
                    <a:pt x="14" y="11"/>
                    <a:pt x="14" y="11"/>
                    <a:pt x="14" y="11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lnTo>
                    <a:pt x="14" y="12"/>
                  </a:lnTo>
                  <a:close/>
                  <a:moveTo>
                    <a:pt x="19" y="33"/>
                  </a:moveTo>
                  <a:cubicBezTo>
                    <a:pt x="19" y="33"/>
                    <a:pt x="19" y="33"/>
                    <a:pt x="19" y="33"/>
                  </a:cubicBezTo>
                  <a:cubicBezTo>
                    <a:pt x="14" y="34"/>
                    <a:pt x="14" y="34"/>
                    <a:pt x="14" y="34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5" y="33"/>
                    <a:pt x="15" y="33"/>
                    <a:pt x="15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6" y="33"/>
                    <a:pt x="16" y="33"/>
                    <a:pt x="16" y="33"/>
                  </a:cubicBezTo>
                  <a:cubicBezTo>
                    <a:pt x="19" y="33"/>
                    <a:pt x="19" y="33"/>
                    <a:pt x="19" y="33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20" y="33"/>
                    <a:pt x="20" y="33"/>
                    <a:pt x="20" y="33"/>
                  </a:cubicBezTo>
                  <a:close/>
                  <a:moveTo>
                    <a:pt x="19" y="32"/>
                  </a:moveTo>
                  <a:cubicBezTo>
                    <a:pt x="19" y="32"/>
                    <a:pt x="19" y="32"/>
                    <a:pt x="19" y="32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20"/>
                    <a:pt x="19" y="20"/>
                    <a:pt x="19" y="20"/>
                  </a:cubicBezTo>
                  <a:cubicBezTo>
                    <a:pt x="19" y="32"/>
                    <a:pt x="19" y="32"/>
                    <a:pt x="19" y="32"/>
                  </a:cubicBezTo>
                  <a:close/>
                  <a:moveTo>
                    <a:pt x="20" y="33"/>
                  </a:move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lnTo>
                    <a:pt x="20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0" y="20"/>
                    <a:pt x="20" y="20"/>
                    <a:pt x="20" y="20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1" y="33"/>
                  </a:moveTo>
                  <a:cubicBezTo>
                    <a:pt x="21" y="33"/>
                    <a:pt x="21" y="33"/>
                    <a:pt x="21" y="33"/>
                  </a:cubicBezTo>
                  <a:cubicBezTo>
                    <a:pt x="20" y="33"/>
                    <a:pt x="20" y="33"/>
                    <a:pt x="20" y="33"/>
                  </a:cubicBezTo>
                  <a:cubicBezTo>
                    <a:pt x="20" y="32"/>
                    <a:pt x="20" y="32"/>
                    <a:pt x="20" y="32"/>
                  </a:cubicBezTo>
                  <a:cubicBezTo>
                    <a:pt x="21" y="32"/>
                    <a:pt x="21" y="32"/>
                    <a:pt x="21" y="32"/>
                  </a:cubicBezTo>
                  <a:lnTo>
                    <a:pt x="21" y="33"/>
                  </a:lnTo>
                  <a:close/>
                  <a:moveTo>
                    <a:pt x="22" y="33"/>
                  </a:moveTo>
                  <a:cubicBezTo>
                    <a:pt x="22" y="33"/>
                    <a:pt x="22" y="33"/>
                    <a:pt x="22" y="33"/>
                  </a:cubicBezTo>
                  <a:cubicBezTo>
                    <a:pt x="21" y="33"/>
                    <a:pt x="21" y="33"/>
                    <a:pt x="21" y="33"/>
                  </a:cubicBezTo>
                  <a:cubicBezTo>
                    <a:pt x="21" y="32"/>
                    <a:pt x="21" y="32"/>
                    <a:pt x="21" y="32"/>
                  </a:cubicBezTo>
                  <a:cubicBezTo>
                    <a:pt x="22" y="32"/>
                    <a:pt x="22" y="32"/>
                    <a:pt x="22" y="32"/>
                  </a:cubicBezTo>
                  <a:lnTo>
                    <a:pt x="22" y="33"/>
                  </a:ln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2" y="32"/>
                    <a:pt x="22" y="32"/>
                    <a:pt x="22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2" y="32"/>
                  </a:moveTo>
                  <a:cubicBezTo>
                    <a:pt x="22" y="32"/>
                    <a:pt x="22" y="32"/>
                    <a:pt x="22" y="32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32"/>
                    <a:pt x="22" y="32"/>
                    <a:pt x="22" y="32"/>
                  </a:cubicBezTo>
                  <a:close/>
                  <a:moveTo>
                    <a:pt x="23" y="33"/>
                  </a:moveTo>
                  <a:cubicBezTo>
                    <a:pt x="23" y="33"/>
                    <a:pt x="23" y="33"/>
                    <a:pt x="23" y="33"/>
                  </a:cubicBezTo>
                  <a:cubicBezTo>
                    <a:pt x="23" y="33"/>
                    <a:pt x="23" y="33"/>
                    <a:pt x="23" y="33"/>
                  </a:cubicBezTo>
                  <a:cubicBezTo>
                    <a:pt x="23" y="32"/>
                    <a:pt x="23" y="32"/>
                    <a:pt x="23" y="32"/>
                  </a:cubicBezTo>
                  <a:cubicBezTo>
                    <a:pt x="23" y="32"/>
                    <a:pt x="23" y="32"/>
                    <a:pt x="23" y="32"/>
                  </a:cubicBezTo>
                  <a:lnTo>
                    <a:pt x="23" y="33"/>
                  </a:lnTo>
                  <a:close/>
                  <a:moveTo>
                    <a:pt x="23" y="32"/>
                  </a:moveTo>
                  <a:cubicBezTo>
                    <a:pt x="23" y="32"/>
                    <a:pt x="23" y="32"/>
                    <a:pt x="23" y="32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32"/>
                    <a:pt x="23" y="32"/>
                    <a:pt x="23" y="32"/>
                  </a:cubicBezTo>
                  <a:close/>
                  <a:moveTo>
                    <a:pt x="25" y="33"/>
                  </a:move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4" y="32"/>
                    <a:pt x="24" y="32"/>
                    <a:pt x="24" y="32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3"/>
                    <a:pt x="25" y="33"/>
                    <a:pt x="25" y="33"/>
                  </a:cubicBezTo>
                  <a:cubicBezTo>
                    <a:pt x="25" y="32"/>
                    <a:pt x="25" y="32"/>
                    <a:pt x="25" y="32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26" y="32"/>
                    <a:pt x="26" y="32"/>
                    <a:pt x="26" y="32"/>
                  </a:cubicBezTo>
                  <a:lnTo>
                    <a:pt x="25" y="33"/>
                  </a:lnTo>
                  <a:close/>
                  <a:moveTo>
                    <a:pt x="24" y="32"/>
                  </a:moveTo>
                  <a:cubicBezTo>
                    <a:pt x="24" y="32"/>
                    <a:pt x="24" y="32"/>
                    <a:pt x="24" y="32"/>
                  </a:cubicBezTo>
                  <a:cubicBezTo>
                    <a:pt x="24" y="19"/>
                    <a:pt x="24" y="19"/>
                    <a:pt x="24" y="19"/>
                  </a:cubicBezTo>
                  <a:cubicBezTo>
                    <a:pt x="24" y="18"/>
                    <a:pt x="24" y="18"/>
                    <a:pt x="24" y="18"/>
                  </a:cubicBezTo>
                  <a:cubicBezTo>
                    <a:pt x="24" y="32"/>
                    <a:pt x="24" y="32"/>
                    <a:pt x="24" y="32"/>
                  </a:cubicBezTo>
                  <a:close/>
                  <a:moveTo>
                    <a:pt x="25" y="32"/>
                  </a:moveTo>
                  <a:cubicBezTo>
                    <a:pt x="25" y="32"/>
                    <a:pt x="25" y="32"/>
                    <a:pt x="25" y="32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18"/>
                    <a:pt x="25" y="18"/>
                    <a:pt x="25" y="18"/>
                  </a:cubicBezTo>
                  <a:cubicBezTo>
                    <a:pt x="25" y="32"/>
                    <a:pt x="25" y="32"/>
                    <a:pt x="25" y="32"/>
                  </a:cubicBezTo>
                  <a:close/>
                  <a:moveTo>
                    <a:pt x="26" y="31"/>
                  </a:moveTo>
                  <a:cubicBezTo>
                    <a:pt x="26" y="31"/>
                    <a:pt x="26" y="31"/>
                    <a:pt x="26" y="31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18"/>
                    <a:pt x="26" y="18"/>
                    <a:pt x="26" y="18"/>
                  </a:cubicBezTo>
                  <a:cubicBezTo>
                    <a:pt x="26" y="31"/>
                    <a:pt x="26" y="31"/>
                    <a:pt x="26" y="31"/>
                  </a:cubicBezTo>
                  <a:close/>
                  <a:moveTo>
                    <a:pt x="28" y="31"/>
                  </a:moveTo>
                  <a:cubicBezTo>
                    <a:pt x="28" y="31"/>
                    <a:pt x="28" y="31"/>
                    <a:pt x="28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7" y="17"/>
                    <a:pt x="27" y="17"/>
                    <a:pt x="27" y="17"/>
                  </a:cubicBezTo>
                  <a:cubicBezTo>
                    <a:pt x="28" y="17"/>
                    <a:pt x="28" y="17"/>
                    <a:pt x="28" y="17"/>
                  </a:cubicBezTo>
                  <a:lnTo>
                    <a:pt x="28" y="31"/>
                  </a:lnTo>
                  <a:close/>
                  <a:moveTo>
                    <a:pt x="30" y="31"/>
                  </a:moveTo>
                  <a:cubicBezTo>
                    <a:pt x="30" y="31"/>
                    <a:pt x="30" y="31"/>
                    <a:pt x="30" y="31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9" y="17"/>
                    <a:pt x="29" y="17"/>
                    <a:pt x="29" y="17"/>
                  </a:cubicBezTo>
                  <a:cubicBezTo>
                    <a:pt x="30" y="18"/>
                    <a:pt x="30" y="18"/>
                    <a:pt x="30" y="18"/>
                  </a:cubicBezTo>
                  <a:lnTo>
                    <a:pt x="30" y="31"/>
                  </a:lnTo>
                  <a:close/>
                  <a:moveTo>
                    <a:pt x="37" y="30"/>
                  </a:moveTo>
                  <a:cubicBezTo>
                    <a:pt x="37" y="30"/>
                    <a:pt x="37" y="30"/>
                    <a:pt x="37" y="30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1" y="31"/>
                    <a:pt x="31" y="31"/>
                    <a:pt x="31" y="31"/>
                  </a:cubicBezTo>
                  <a:cubicBezTo>
                    <a:pt x="31" y="18"/>
                    <a:pt x="31" y="18"/>
                    <a:pt x="31" y="18"/>
                  </a:cubicBezTo>
                  <a:cubicBezTo>
                    <a:pt x="37" y="18"/>
                    <a:pt x="37" y="18"/>
                    <a:pt x="37" y="18"/>
                  </a:cubicBezTo>
                  <a:lnTo>
                    <a:pt x="37" y="30"/>
                  </a:lnTo>
                  <a:close/>
                  <a:moveTo>
                    <a:pt x="39" y="31"/>
                  </a:moveTo>
                  <a:cubicBezTo>
                    <a:pt x="39" y="31"/>
                    <a:pt x="39" y="31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18"/>
                    <a:pt x="38" y="18"/>
                    <a:pt x="38" y="18"/>
                  </a:cubicBezTo>
                  <a:cubicBezTo>
                    <a:pt x="39" y="18"/>
                    <a:pt x="39" y="18"/>
                    <a:pt x="39" y="18"/>
                  </a:cubicBezTo>
                  <a:lnTo>
                    <a:pt x="39" y="31"/>
                  </a:lnTo>
                  <a:close/>
                  <a:moveTo>
                    <a:pt x="42" y="31"/>
                  </a:moveTo>
                  <a:cubicBezTo>
                    <a:pt x="42" y="31"/>
                    <a:pt x="42" y="31"/>
                    <a:pt x="42" y="31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40" y="18"/>
                    <a:pt x="40" y="18"/>
                    <a:pt x="40" y="18"/>
                  </a:cubicBezTo>
                  <a:cubicBezTo>
                    <a:pt x="42" y="18"/>
                    <a:pt x="42" y="18"/>
                    <a:pt x="42" y="18"/>
                  </a:cubicBezTo>
                  <a:lnTo>
                    <a:pt x="42" y="31"/>
                  </a:lnTo>
                  <a:close/>
                  <a:moveTo>
                    <a:pt x="48" y="31"/>
                  </a:moveTo>
                  <a:cubicBezTo>
                    <a:pt x="48" y="31"/>
                    <a:pt x="48" y="31"/>
                    <a:pt x="48" y="31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18"/>
                    <a:pt x="42" y="18"/>
                    <a:pt x="42" y="18"/>
                  </a:cubicBezTo>
                  <a:cubicBezTo>
                    <a:pt x="48" y="18"/>
                    <a:pt x="48" y="18"/>
                    <a:pt x="48" y="18"/>
                  </a:cubicBezTo>
                  <a:lnTo>
                    <a:pt x="48" y="31"/>
                  </a:lnTo>
                  <a:close/>
                  <a:moveTo>
                    <a:pt x="50" y="31"/>
                  </a:moveTo>
                  <a:cubicBezTo>
                    <a:pt x="50" y="31"/>
                    <a:pt x="50" y="31"/>
                    <a:pt x="50" y="31"/>
                  </a:cubicBezTo>
                  <a:cubicBezTo>
                    <a:pt x="49" y="31"/>
                    <a:pt x="49" y="31"/>
                    <a:pt x="49" y="31"/>
                  </a:cubicBezTo>
                  <a:cubicBezTo>
                    <a:pt x="49" y="18"/>
                    <a:pt x="49" y="18"/>
                    <a:pt x="49" y="18"/>
                  </a:cubicBezTo>
                  <a:cubicBezTo>
                    <a:pt x="50" y="19"/>
                    <a:pt x="50" y="19"/>
                    <a:pt x="50" y="19"/>
                  </a:cubicBezTo>
                  <a:lnTo>
                    <a:pt x="50" y="31"/>
                  </a:lnTo>
                  <a:close/>
                  <a:moveTo>
                    <a:pt x="52" y="31"/>
                  </a:moveTo>
                  <a:cubicBezTo>
                    <a:pt x="52" y="31"/>
                    <a:pt x="52" y="31"/>
                    <a:pt x="52" y="31"/>
                  </a:cubicBezTo>
                  <a:cubicBezTo>
                    <a:pt x="51" y="31"/>
                    <a:pt x="51" y="31"/>
                    <a:pt x="51" y="31"/>
                  </a:cubicBezTo>
                  <a:cubicBezTo>
                    <a:pt x="51" y="19"/>
                    <a:pt x="51" y="19"/>
                    <a:pt x="51" y="19"/>
                  </a:cubicBezTo>
                  <a:cubicBezTo>
                    <a:pt x="52" y="19"/>
                    <a:pt x="52" y="19"/>
                    <a:pt x="52" y="19"/>
                  </a:cubicBezTo>
                  <a:lnTo>
                    <a:pt x="52" y="31"/>
                  </a:lnTo>
                  <a:close/>
                  <a:moveTo>
                    <a:pt x="57" y="31"/>
                  </a:moveTo>
                  <a:cubicBezTo>
                    <a:pt x="57" y="31"/>
                    <a:pt x="57" y="31"/>
                    <a:pt x="57" y="31"/>
                  </a:cubicBezTo>
                  <a:cubicBezTo>
                    <a:pt x="53" y="31"/>
                    <a:pt x="53" y="31"/>
                    <a:pt x="53" y="31"/>
                  </a:cubicBezTo>
                  <a:cubicBezTo>
                    <a:pt x="53" y="19"/>
                    <a:pt x="53" y="19"/>
                    <a:pt x="53" y="19"/>
                  </a:cubicBezTo>
                  <a:cubicBezTo>
                    <a:pt x="57" y="19"/>
                    <a:pt x="57" y="19"/>
                    <a:pt x="57" y="19"/>
                  </a:cubicBezTo>
                  <a:lnTo>
                    <a:pt x="57" y="31"/>
                  </a:lnTo>
                  <a:close/>
                  <a:moveTo>
                    <a:pt x="59" y="31"/>
                  </a:moveTo>
                  <a:cubicBezTo>
                    <a:pt x="59" y="31"/>
                    <a:pt x="59" y="31"/>
                    <a:pt x="59" y="31"/>
                  </a:cubicBezTo>
                  <a:cubicBezTo>
                    <a:pt x="58" y="31"/>
                    <a:pt x="58" y="31"/>
                    <a:pt x="58" y="31"/>
                  </a:cubicBezTo>
                  <a:cubicBezTo>
                    <a:pt x="58" y="19"/>
                    <a:pt x="58" y="19"/>
                    <a:pt x="58" y="19"/>
                  </a:cubicBezTo>
                  <a:cubicBezTo>
                    <a:pt x="59" y="19"/>
                    <a:pt x="59" y="19"/>
                    <a:pt x="59" y="19"/>
                  </a:cubicBezTo>
                  <a:lnTo>
                    <a:pt x="59" y="31"/>
                  </a:lnTo>
                  <a:close/>
                  <a:moveTo>
                    <a:pt x="63" y="31"/>
                  </a:moveTo>
                  <a:cubicBezTo>
                    <a:pt x="63" y="31"/>
                    <a:pt x="63" y="31"/>
                    <a:pt x="63" y="31"/>
                  </a:cubicBezTo>
                  <a:cubicBezTo>
                    <a:pt x="60" y="31"/>
                    <a:pt x="60" y="31"/>
                    <a:pt x="60" y="31"/>
                  </a:cubicBezTo>
                  <a:cubicBezTo>
                    <a:pt x="60" y="19"/>
                    <a:pt x="60" y="19"/>
                    <a:pt x="60" y="19"/>
                  </a:cubicBezTo>
                  <a:cubicBezTo>
                    <a:pt x="63" y="19"/>
                    <a:pt x="63" y="19"/>
                    <a:pt x="63" y="19"/>
                  </a:cubicBezTo>
                  <a:lnTo>
                    <a:pt x="63" y="31"/>
                  </a:lnTo>
                  <a:close/>
                  <a:moveTo>
                    <a:pt x="63" y="18"/>
                  </a:moveTo>
                  <a:cubicBezTo>
                    <a:pt x="63" y="18"/>
                    <a:pt x="63" y="18"/>
                    <a:pt x="63" y="18"/>
                  </a:cubicBezTo>
                  <a:cubicBezTo>
                    <a:pt x="60" y="17"/>
                    <a:pt x="60" y="17"/>
                    <a:pt x="60" y="17"/>
                  </a:cubicBezTo>
                  <a:cubicBezTo>
                    <a:pt x="60" y="4"/>
                    <a:pt x="60" y="4"/>
                    <a:pt x="60" y="4"/>
                  </a:cubicBezTo>
                  <a:cubicBezTo>
                    <a:pt x="59" y="4"/>
                    <a:pt x="59" y="4"/>
                    <a:pt x="59" y="4"/>
                  </a:cubicBezTo>
                  <a:cubicBezTo>
                    <a:pt x="59" y="17"/>
                    <a:pt x="59" y="17"/>
                    <a:pt x="59" y="17"/>
                  </a:cubicBezTo>
                  <a:cubicBezTo>
                    <a:pt x="58" y="17"/>
                    <a:pt x="58" y="17"/>
                    <a:pt x="58" y="17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7" y="4"/>
                    <a:pt x="57" y="4"/>
                    <a:pt x="57" y="4"/>
                  </a:cubicBezTo>
                  <a:cubicBezTo>
                    <a:pt x="57" y="17"/>
                    <a:pt x="57" y="17"/>
                    <a:pt x="57" y="17"/>
                  </a:cubicBezTo>
                  <a:cubicBezTo>
                    <a:pt x="53" y="17"/>
                    <a:pt x="53" y="17"/>
                    <a:pt x="53" y="17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52" y="17"/>
                    <a:pt x="52" y="17"/>
                    <a:pt x="52" y="17"/>
                  </a:cubicBezTo>
                  <a:cubicBezTo>
                    <a:pt x="51" y="17"/>
                    <a:pt x="51" y="17"/>
                    <a:pt x="51" y="17"/>
                  </a:cubicBezTo>
                  <a:cubicBezTo>
                    <a:pt x="51" y="3"/>
                    <a:pt x="51" y="3"/>
                    <a:pt x="51" y="3"/>
                  </a:cubicBezTo>
                  <a:cubicBezTo>
                    <a:pt x="50" y="4"/>
                    <a:pt x="50" y="4"/>
                    <a:pt x="50" y="4"/>
                  </a:cubicBezTo>
                  <a:cubicBezTo>
                    <a:pt x="50" y="17"/>
                    <a:pt x="50" y="17"/>
                    <a:pt x="50" y="17"/>
                  </a:cubicBezTo>
                  <a:cubicBezTo>
                    <a:pt x="49" y="17"/>
                    <a:pt x="49" y="17"/>
                    <a:pt x="49" y="17"/>
                  </a:cubicBezTo>
                  <a:cubicBezTo>
                    <a:pt x="49" y="3"/>
                    <a:pt x="49" y="3"/>
                    <a:pt x="49" y="3"/>
                  </a:cubicBezTo>
                  <a:cubicBezTo>
                    <a:pt x="48" y="3"/>
                    <a:pt x="48" y="3"/>
                    <a:pt x="48" y="3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2" y="17"/>
                    <a:pt x="42" y="17"/>
                    <a:pt x="42" y="17"/>
                  </a:cubicBezTo>
                  <a:cubicBezTo>
                    <a:pt x="40" y="17"/>
                    <a:pt x="40" y="17"/>
                    <a:pt x="40" y="17"/>
                  </a:cubicBezTo>
                  <a:cubicBezTo>
                    <a:pt x="40" y="2"/>
                    <a:pt x="40" y="2"/>
                    <a:pt x="40" y="2"/>
                  </a:cubicBezTo>
                  <a:cubicBezTo>
                    <a:pt x="39" y="3"/>
                    <a:pt x="39" y="3"/>
                    <a:pt x="39" y="3"/>
                  </a:cubicBezTo>
                  <a:cubicBezTo>
                    <a:pt x="39" y="17"/>
                    <a:pt x="39" y="17"/>
                    <a:pt x="39" y="17"/>
                  </a:cubicBezTo>
                  <a:cubicBezTo>
                    <a:pt x="38" y="16"/>
                    <a:pt x="38" y="16"/>
                    <a:pt x="38" y="16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7" y="3"/>
                    <a:pt x="37" y="3"/>
                    <a:pt x="37" y="3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1" y="2"/>
                    <a:pt x="31" y="2"/>
                    <a:pt x="31" y="2"/>
                  </a:cubicBezTo>
                  <a:cubicBezTo>
                    <a:pt x="30" y="2"/>
                    <a:pt x="30" y="2"/>
                    <a:pt x="30" y="2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29" y="16"/>
                    <a:pt x="29" y="16"/>
                    <a:pt x="29" y="16"/>
                  </a:cubicBezTo>
                  <a:cubicBezTo>
                    <a:pt x="29" y="2"/>
                    <a:pt x="29" y="2"/>
                    <a:pt x="29" y="2"/>
                  </a:cubicBezTo>
                  <a:cubicBezTo>
                    <a:pt x="28" y="2"/>
                    <a:pt x="28" y="2"/>
                    <a:pt x="28" y="2"/>
                  </a:cubicBezTo>
                  <a:cubicBezTo>
                    <a:pt x="28" y="16"/>
                    <a:pt x="28" y="16"/>
                    <a:pt x="28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16"/>
                    <a:pt x="26" y="16"/>
                    <a:pt x="26" y="16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5" y="3"/>
                    <a:pt x="25" y="3"/>
                    <a:pt x="25" y="3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17"/>
                    <a:pt x="25" y="17"/>
                    <a:pt x="25" y="17"/>
                  </a:cubicBezTo>
                  <a:cubicBezTo>
                    <a:pt x="25" y="4"/>
                    <a:pt x="25" y="4"/>
                    <a:pt x="25" y="4"/>
                  </a:cubicBezTo>
                  <a:cubicBezTo>
                    <a:pt x="24" y="3"/>
                    <a:pt x="24" y="3"/>
                    <a:pt x="24" y="3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3" y="4"/>
                    <a:pt x="23" y="4"/>
                    <a:pt x="23" y="4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5"/>
                    <a:pt x="23" y="5"/>
                    <a:pt x="23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17"/>
                    <a:pt x="22" y="17"/>
                    <a:pt x="22" y="17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5"/>
                    <a:pt x="22" y="5"/>
                    <a:pt x="22" y="5"/>
                  </a:cubicBezTo>
                  <a:cubicBezTo>
                    <a:pt x="22" y="18"/>
                    <a:pt x="22" y="18"/>
                    <a:pt x="22" y="18"/>
                  </a:cubicBezTo>
                  <a:cubicBezTo>
                    <a:pt x="20" y="18"/>
                    <a:pt x="20" y="18"/>
                    <a:pt x="20" y="1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19"/>
                    <a:pt x="19" y="19"/>
                    <a:pt x="19" y="19"/>
                  </a:cubicBezTo>
                  <a:cubicBezTo>
                    <a:pt x="19" y="8"/>
                    <a:pt x="19" y="8"/>
                    <a:pt x="19" y="8"/>
                  </a:cubicBezTo>
                  <a:cubicBezTo>
                    <a:pt x="18" y="8"/>
                    <a:pt x="18" y="8"/>
                    <a:pt x="18" y="8"/>
                  </a:cubicBezTo>
                  <a:cubicBezTo>
                    <a:pt x="26" y="1"/>
                    <a:pt x="26" y="1"/>
                    <a:pt x="26" y="1"/>
                  </a:cubicBezTo>
                  <a:cubicBezTo>
                    <a:pt x="63" y="4"/>
                    <a:pt x="63" y="4"/>
                    <a:pt x="63" y="4"/>
                  </a:cubicBezTo>
                  <a:lnTo>
                    <a:pt x="63" y="18"/>
                  </a:lnTo>
                  <a:close/>
                  <a:moveTo>
                    <a:pt x="65" y="31"/>
                  </a:moveTo>
                  <a:cubicBezTo>
                    <a:pt x="65" y="31"/>
                    <a:pt x="65" y="31"/>
                    <a:pt x="65" y="31"/>
                  </a:cubicBezTo>
                  <a:cubicBezTo>
                    <a:pt x="64" y="31"/>
                    <a:pt x="64" y="31"/>
                    <a:pt x="64" y="31"/>
                  </a:cubicBezTo>
                  <a:cubicBezTo>
                    <a:pt x="64" y="19"/>
                    <a:pt x="64" y="19"/>
                    <a:pt x="64" y="19"/>
                  </a:cubicBezTo>
                  <a:cubicBezTo>
                    <a:pt x="65" y="19"/>
                    <a:pt x="65" y="19"/>
                    <a:pt x="65" y="19"/>
                  </a:cubicBezTo>
                  <a:lnTo>
                    <a:pt x="65" y="31"/>
                  </a:lnTo>
                  <a:close/>
                  <a:moveTo>
                    <a:pt x="65" y="5"/>
                  </a:moveTo>
                  <a:cubicBezTo>
                    <a:pt x="65" y="5"/>
                    <a:pt x="65" y="5"/>
                    <a:pt x="65" y="5"/>
                  </a:cubicBezTo>
                  <a:cubicBezTo>
                    <a:pt x="65" y="18"/>
                    <a:pt x="65" y="18"/>
                    <a:pt x="65" y="18"/>
                  </a:cubicBezTo>
                  <a:cubicBezTo>
                    <a:pt x="64" y="18"/>
                    <a:pt x="64" y="18"/>
                    <a:pt x="64" y="18"/>
                  </a:cubicBezTo>
                  <a:cubicBezTo>
                    <a:pt x="64" y="5"/>
                    <a:pt x="64" y="5"/>
                    <a:pt x="64" y="5"/>
                  </a:cubicBezTo>
                  <a:cubicBezTo>
                    <a:pt x="63" y="4"/>
                    <a:pt x="63" y="4"/>
                    <a:pt x="63" y="4"/>
                  </a:cubicBezTo>
                  <a:cubicBezTo>
                    <a:pt x="66" y="4"/>
                    <a:pt x="66" y="4"/>
                    <a:pt x="66" y="4"/>
                  </a:cubicBezTo>
                  <a:lnTo>
                    <a:pt x="65" y="5"/>
                  </a:lnTo>
                  <a:close/>
                  <a:moveTo>
                    <a:pt x="67" y="31"/>
                  </a:moveTo>
                  <a:cubicBezTo>
                    <a:pt x="67" y="31"/>
                    <a:pt x="67" y="31"/>
                    <a:pt x="67" y="31"/>
                  </a:cubicBezTo>
                  <a:cubicBezTo>
                    <a:pt x="66" y="31"/>
                    <a:pt x="66" y="31"/>
                    <a:pt x="66" y="31"/>
                  </a:cubicBezTo>
                  <a:cubicBezTo>
                    <a:pt x="66" y="19"/>
                    <a:pt x="66" y="19"/>
                    <a:pt x="66" y="19"/>
                  </a:cubicBezTo>
                  <a:cubicBezTo>
                    <a:pt x="67" y="19"/>
                    <a:pt x="67" y="19"/>
                    <a:pt x="67" y="19"/>
                  </a:cubicBezTo>
                  <a:lnTo>
                    <a:pt x="67" y="31"/>
                  </a:lnTo>
                  <a:close/>
                  <a:moveTo>
                    <a:pt x="71" y="31"/>
                  </a:moveTo>
                  <a:cubicBezTo>
                    <a:pt x="71" y="31"/>
                    <a:pt x="71" y="31"/>
                    <a:pt x="71" y="31"/>
                  </a:cubicBezTo>
                  <a:cubicBezTo>
                    <a:pt x="68" y="31"/>
                    <a:pt x="68" y="31"/>
                    <a:pt x="68" y="31"/>
                  </a:cubicBezTo>
                  <a:cubicBezTo>
                    <a:pt x="68" y="19"/>
                    <a:pt x="68" y="19"/>
                    <a:pt x="68" y="19"/>
                  </a:cubicBezTo>
                  <a:cubicBezTo>
                    <a:pt x="71" y="19"/>
                    <a:pt x="71" y="19"/>
                    <a:pt x="71" y="19"/>
                  </a:cubicBezTo>
                  <a:lnTo>
                    <a:pt x="71" y="31"/>
                  </a:lnTo>
                  <a:close/>
                  <a:moveTo>
                    <a:pt x="71" y="5"/>
                  </a:moveTo>
                  <a:cubicBezTo>
                    <a:pt x="71" y="5"/>
                    <a:pt x="71" y="5"/>
                    <a:pt x="71" y="5"/>
                  </a:cubicBezTo>
                  <a:cubicBezTo>
                    <a:pt x="71" y="18"/>
                    <a:pt x="71" y="18"/>
                    <a:pt x="71" y="18"/>
                  </a:cubicBezTo>
                  <a:cubicBezTo>
                    <a:pt x="68" y="18"/>
                    <a:pt x="68" y="18"/>
                    <a:pt x="68" y="18"/>
                  </a:cubicBezTo>
                  <a:cubicBezTo>
                    <a:pt x="68" y="5"/>
                    <a:pt x="68" y="5"/>
                    <a:pt x="68" y="5"/>
                  </a:cubicBezTo>
                  <a:cubicBezTo>
                    <a:pt x="67" y="5"/>
                    <a:pt x="67" y="5"/>
                    <a:pt x="67" y="5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6" y="18"/>
                    <a:pt x="66" y="18"/>
                    <a:pt x="66" y="18"/>
                  </a:cubicBezTo>
                  <a:cubicBezTo>
                    <a:pt x="66" y="4"/>
                    <a:pt x="66" y="4"/>
                    <a:pt x="66" y="4"/>
                  </a:cubicBezTo>
                  <a:cubicBezTo>
                    <a:pt x="72" y="5"/>
                    <a:pt x="72" y="5"/>
                    <a:pt x="72" y="5"/>
                  </a:cubicBezTo>
                  <a:lnTo>
                    <a:pt x="71" y="5"/>
                  </a:lnTo>
                  <a:close/>
                  <a:moveTo>
                    <a:pt x="73" y="31"/>
                  </a:moveTo>
                  <a:cubicBezTo>
                    <a:pt x="73" y="31"/>
                    <a:pt x="73" y="31"/>
                    <a:pt x="73" y="31"/>
                  </a:cubicBezTo>
                  <a:cubicBezTo>
                    <a:pt x="72" y="31"/>
                    <a:pt x="72" y="31"/>
                    <a:pt x="72" y="31"/>
                  </a:cubicBezTo>
                  <a:cubicBezTo>
                    <a:pt x="72" y="19"/>
                    <a:pt x="72" y="19"/>
                    <a:pt x="72" y="19"/>
                  </a:cubicBezTo>
                  <a:cubicBezTo>
                    <a:pt x="73" y="19"/>
                    <a:pt x="73" y="19"/>
                    <a:pt x="73" y="19"/>
                  </a:cubicBezTo>
                  <a:lnTo>
                    <a:pt x="73" y="31"/>
                  </a:lnTo>
                  <a:close/>
                  <a:moveTo>
                    <a:pt x="73" y="5"/>
                  </a:moveTo>
                  <a:cubicBezTo>
                    <a:pt x="73" y="5"/>
                    <a:pt x="73" y="5"/>
                    <a:pt x="73" y="5"/>
                  </a:cubicBezTo>
                  <a:cubicBezTo>
                    <a:pt x="73" y="18"/>
                    <a:pt x="73" y="18"/>
                    <a:pt x="73" y="18"/>
                  </a:cubicBezTo>
                  <a:cubicBezTo>
                    <a:pt x="72" y="18"/>
                    <a:pt x="72" y="18"/>
                    <a:pt x="72" y="18"/>
                  </a:cubicBezTo>
                  <a:cubicBezTo>
                    <a:pt x="72" y="5"/>
                    <a:pt x="72" y="5"/>
                    <a:pt x="72" y="5"/>
                  </a:cubicBezTo>
                  <a:cubicBezTo>
                    <a:pt x="74" y="5"/>
                    <a:pt x="74" y="5"/>
                    <a:pt x="74" y="5"/>
                  </a:cubicBezTo>
                  <a:lnTo>
                    <a:pt x="73" y="5"/>
                  </a:lnTo>
                  <a:close/>
                  <a:moveTo>
                    <a:pt x="75" y="31"/>
                  </a:moveTo>
                  <a:cubicBezTo>
                    <a:pt x="75" y="31"/>
                    <a:pt x="75" y="31"/>
                    <a:pt x="75" y="31"/>
                  </a:cubicBezTo>
                  <a:cubicBezTo>
                    <a:pt x="74" y="31"/>
                    <a:pt x="74" y="31"/>
                    <a:pt x="74" y="31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20"/>
                    <a:pt x="74" y="20"/>
                    <a:pt x="74" y="20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18"/>
                    <a:pt x="74" y="18"/>
                    <a:pt x="74" y="18"/>
                  </a:cubicBezTo>
                  <a:cubicBezTo>
                    <a:pt x="74" y="5"/>
                    <a:pt x="74" y="5"/>
                    <a:pt x="74" y="5"/>
                  </a:cubicBezTo>
                  <a:cubicBezTo>
                    <a:pt x="75" y="5"/>
                    <a:pt x="75" y="5"/>
                    <a:pt x="75" y="5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6" y="7"/>
                    <a:pt x="76" y="7"/>
                  </a:cubicBezTo>
                  <a:cubicBezTo>
                    <a:pt x="76" y="7"/>
                    <a:pt x="78" y="8"/>
                    <a:pt x="80" y="9"/>
                  </a:cubicBezTo>
                  <a:cubicBezTo>
                    <a:pt x="80" y="13"/>
                    <a:pt x="80" y="13"/>
                    <a:pt x="80" y="13"/>
                  </a:cubicBezTo>
                  <a:cubicBezTo>
                    <a:pt x="76" y="13"/>
                    <a:pt x="76" y="13"/>
                    <a:pt x="76" y="13"/>
                  </a:cubicBezTo>
                  <a:lnTo>
                    <a:pt x="75" y="31"/>
                  </a:lnTo>
                  <a:close/>
                  <a:moveTo>
                    <a:pt x="77" y="16"/>
                  </a:moveTo>
                  <a:cubicBezTo>
                    <a:pt x="77" y="16"/>
                    <a:pt x="77" y="16"/>
                    <a:pt x="77" y="16"/>
                  </a:cubicBezTo>
                  <a:cubicBezTo>
                    <a:pt x="77" y="17"/>
                    <a:pt x="77" y="17"/>
                    <a:pt x="77" y="17"/>
                  </a:cubicBezTo>
                  <a:cubicBezTo>
                    <a:pt x="76" y="17"/>
                    <a:pt x="76" y="17"/>
                    <a:pt x="76" y="17"/>
                  </a:cubicBezTo>
                  <a:cubicBezTo>
                    <a:pt x="76" y="16"/>
                    <a:pt x="76" y="16"/>
                    <a:pt x="76" y="16"/>
                  </a:cubicBezTo>
                  <a:lnTo>
                    <a:pt x="77" y="16"/>
                  </a:lnTo>
                  <a:close/>
                  <a:moveTo>
                    <a:pt x="76" y="25"/>
                  </a:moveTo>
                  <a:cubicBezTo>
                    <a:pt x="76" y="25"/>
                    <a:pt x="76" y="25"/>
                    <a:pt x="76" y="25"/>
                  </a:cubicBezTo>
                  <a:cubicBezTo>
                    <a:pt x="77" y="25"/>
                    <a:pt x="77" y="25"/>
                    <a:pt x="77" y="25"/>
                  </a:cubicBezTo>
                  <a:cubicBezTo>
                    <a:pt x="77" y="26"/>
                    <a:pt x="77" y="26"/>
                    <a:pt x="77" y="26"/>
                  </a:cubicBezTo>
                  <a:cubicBezTo>
                    <a:pt x="76" y="26"/>
                    <a:pt x="76" y="26"/>
                    <a:pt x="76" y="26"/>
                  </a:cubicBezTo>
                  <a:lnTo>
                    <a:pt x="76" y="25"/>
                  </a:lnTo>
                  <a:close/>
                  <a:moveTo>
                    <a:pt x="78" y="30"/>
                  </a:moveTo>
                  <a:cubicBezTo>
                    <a:pt x="78" y="30"/>
                    <a:pt x="78" y="30"/>
                    <a:pt x="78" y="30"/>
                  </a:cubicBezTo>
                  <a:cubicBezTo>
                    <a:pt x="77" y="30"/>
                    <a:pt x="77" y="30"/>
                    <a:pt x="77" y="30"/>
                  </a:cubicBezTo>
                  <a:cubicBezTo>
                    <a:pt x="77" y="29"/>
                    <a:pt x="77" y="29"/>
                    <a:pt x="77" y="29"/>
                  </a:cubicBezTo>
                  <a:cubicBezTo>
                    <a:pt x="78" y="29"/>
                    <a:pt x="78" y="29"/>
                    <a:pt x="78" y="29"/>
                  </a:cubicBezTo>
                  <a:lnTo>
                    <a:pt x="78" y="30"/>
                  </a:lnTo>
                  <a:close/>
                  <a:moveTo>
                    <a:pt x="79" y="21"/>
                  </a:moveTo>
                  <a:cubicBezTo>
                    <a:pt x="79" y="21"/>
                    <a:pt x="79" y="21"/>
                    <a:pt x="79" y="21"/>
                  </a:cubicBezTo>
                  <a:cubicBezTo>
                    <a:pt x="80" y="21"/>
                    <a:pt x="80" y="21"/>
                    <a:pt x="80" y="21"/>
                  </a:cubicBezTo>
                  <a:cubicBezTo>
                    <a:pt x="80" y="23"/>
                    <a:pt x="80" y="23"/>
                    <a:pt x="80" y="23"/>
                  </a:cubicBezTo>
                  <a:cubicBezTo>
                    <a:pt x="79" y="23"/>
                    <a:pt x="79" y="23"/>
                    <a:pt x="79" y="23"/>
                  </a:cubicBezTo>
                  <a:lnTo>
                    <a:pt x="79" y="21"/>
                  </a:lnTo>
                  <a:close/>
                  <a:moveTo>
                    <a:pt x="81" y="31"/>
                  </a:moveTo>
                  <a:cubicBezTo>
                    <a:pt x="81" y="31"/>
                    <a:pt x="81" y="31"/>
                    <a:pt x="81" y="31"/>
                  </a:cubicBezTo>
                  <a:cubicBezTo>
                    <a:pt x="80" y="31"/>
                    <a:pt x="80" y="31"/>
                    <a:pt x="80" y="31"/>
                  </a:cubicBezTo>
                  <a:cubicBezTo>
                    <a:pt x="80" y="29"/>
                    <a:pt x="80" y="29"/>
                    <a:pt x="80" y="29"/>
                  </a:cubicBezTo>
                  <a:cubicBezTo>
                    <a:pt x="81" y="29"/>
                    <a:pt x="81" y="29"/>
                    <a:pt x="81" y="29"/>
                  </a:cubicBezTo>
                  <a:lnTo>
                    <a:pt x="81" y="31"/>
                  </a:lnTo>
                  <a:close/>
                  <a:moveTo>
                    <a:pt x="81" y="18"/>
                  </a:moveTo>
                  <a:cubicBezTo>
                    <a:pt x="81" y="18"/>
                    <a:pt x="81" y="18"/>
                    <a:pt x="81" y="18"/>
                  </a:cubicBezTo>
                  <a:cubicBezTo>
                    <a:pt x="79" y="18"/>
                    <a:pt x="79" y="18"/>
                    <a:pt x="79" y="18"/>
                  </a:cubicBezTo>
                  <a:cubicBezTo>
                    <a:pt x="79" y="16"/>
                    <a:pt x="79" y="16"/>
                    <a:pt x="79" y="16"/>
                  </a:cubicBezTo>
                  <a:cubicBezTo>
                    <a:pt x="81" y="16"/>
                    <a:pt x="81" y="16"/>
                    <a:pt x="81" y="16"/>
                  </a:cubicBezTo>
                  <a:lnTo>
                    <a:pt x="81" y="18"/>
                  </a:lnTo>
                  <a:close/>
                  <a:moveTo>
                    <a:pt x="83" y="30"/>
                  </a:moveTo>
                  <a:cubicBezTo>
                    <a:pt x="83" y="30"/>
                    <a:pt x="83" y="30"/>
                    <a:pt x="83" y="30"/>
                  </a:cubicBezTo>
                  <a:cubicBezTo>
                    <a:pt x="82" y="30"/>
                    <a:pt x="82" y="30"/>
                    <a:pt x="82" y="30"/>
                  </a:cubicBezTo>
                  <a:cubicBezTo>
                    <a:pt x="82" y="28"/>
                    <a:pt x="82" y="28"/>
                    <a:pt x="82" y="28"/>
                  </a:cubicBezTo>
                  <a:cubicBezTo>
                    <a:pt x="83" y="28"/>
                    <a:pt x="83" y="28"/>
                    <a:pt x="83" y="28"/>
                  </a:cubicBezTo>
                  <a:lnTo>
                    <a:pt x="83" y="30"/>
                  </a:lnTo>
                  <a:close/>
                  <a:moveTo>
                    <a:pt x="83" y="26"/>
                  </a:moveTo>
                  <a:cubicBezTo>
                    <a:pt x="83" y="26"/>
                    <a:pt x="83" y="26"/>
                    <a:pt x="83" y="26"/>
                  </a:cubicBezTo>
                  <a:cubicBezTo>
                    <a:pt x="81" y="26"/>
                    <a:pt x="81" y="26"/>
                    <a:pt x="81" y="26"/>
                  </a:cubicBezTo>
                  <a:cubicBezTo>
                    <a:pt x="81" y="24"/>
                    <a:pt x="81" y="24"/>
                    <a:pt x="81" y="24"/>
                  </a:cubicBezTo>
                  <a:cubicBezTo>
                    <a:pt x="83" y="24"/>
                    <a:pt x="83" y="24"/>
                    <a:pt x="83" y="24"/>
                  </a:cubicBezTo>
                  <a:lnTo>
                    <a:pt x="83" y="26"/>
                  </a:lnTo>
                  <a:close/>
                  <a:moveTo>
                    <a:pt x="86" y="31"/>
                  </a:moveTo>
                  <a:cubicBezTo>
                    <a:pt x="86" y="31"/>
                    <a:pt x="86" y="31"/>
                    <a:pt x="86" y="31"/>
                  </a:cubicBezTo>
                  <a:cubicBezTo>
                    <a:pt x="84" y="31"/>
                    <a:pt x="84" y="31"/>
                    <a:pt x="84" y="31"/>
                  </a:cubicBezTo>
                  <a:cubicBezTo>
                    <a:pt x="84" y="28"/>
                    <a:pt x="84" y="28"/>
                    <a:pt x="84" y="28"/>
                  </a:cubicBezTo>
                  <a:cubicBezTo>
                    <a:pt x="86" y="28"/>
                    <a:pt x="86" y="28"/>
                    <a:pt x="86" y="28"/>
                  </a:cubicBezTo>
                  <a:lnTo>
                    <a:pt x="86" y="31"/>
                  </a:lnTo>
                  <a:close/>
                  <a:moveTo>
                    <a:pt x="87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8" y="19"/>
                    <a:pt x="88" y="19"/>
                    <a:pt x="88" y="19"/>
                  </a:cubicBezTo>
                  <a:cubicBezTo>
                    <a:pt x="88" y="20"/>
                    <a:pt x="88" y="20"/>
                    <a:pt x="88" y="20"/>
                  </a:cubicBezTo>
                  <a:cubicBezTo>
                    <a:pt x="87" y="20"/>
                    <a:pt x="87" y="20"/>
                    <a:pt x="87" y="20"/>
                  </a:cubicBezTo>
                  <a:lnTo>
                    <a:pt x="87" y="19"/>
                  </a:lnTo>
                  <a:close/>
                  <a:moveTo>
                    <a:pt x="87" y="23"/>
                  </a:moveTo>
                  <a:cubicBezTo>
                    <a:pt x="87" y="23"/>
                    <a:pt x="87" y="23"/>
                    <a:pt x="87" y="23"/>
                  </a:cubicBezTo>
                  <a:cubicBezTo>
                    <a:pt x="89" y="23"/>
                    <a:pt x="89" y="23"/>
                    <a:pt x="89" y="23"/>
                  </a:cubicBezTo>
                  <a:cubicBezTo>
                    <a:pt x="89" y="25"/>
                    <a:pt x="89" y="25"/>
                    <a:pt x="89" y="25"/>
                  </a:cubicBezTo>
                  <a:cubicBezTo>
                    <a:pt x="87" y="25"/>
                    <a:pt x="87" y="25"/>
                    <a:pt x="87" y="25"/>
                  </a:cubicBezTo>
                  <a:lnTo>
                    <a:pt x="87" y="23"/>
                  </a:lnTo>
                  <a:close/>
                  <a:moveTo>
                    <a:pt x="90" y="30"/>
                  </a:moveTo>
                  <a:cubicBezTo>
                    <a:pt x="90" y="30"/>
                    <a:pt x="90" y="30"/>
                    <a:pt x="90" y="30"/>
                  </a:cubicBezTo>
                  <a:cubicBezTo>
                    <a:pt x="88" y="30"/>
                    <a:pt x="88" y="30"/>
                    <a:pt x="88" y="30"/>
                  </a:cubicBezTo>
                  <a:cubicBezTo>
                    <a:pt x="88" y="28"/>
                    <a:pt x="88" y="28"/>
                    <a:pt x="88" y="28"/>
                  </a:cubicBezTo>
                  <a:cubicBezTo>
                    <a:pt x="90" y="28"/>
                    <a:pt x="90" y="28"/>
                    <a:pt x="90" y="28"/>
                  </a:cubicBezTo>
                  <a:lnTo>
                    <a:pt x="90" y="30"/>
                  </a:lnTo>
                  <a:close/>
                  <a:moveTo>
                    <a:pt x="91" y="25"/>
                  </a:moveTo>
                  <a:cubicBezTo>
                    <a:pt x="91" y="25"/>
                    <a:pt x="91" y="25"/>
                    <a:pt x="91" y="25"/>
                  </a:cubicBezTo>
                  <a:cubicBezTo>
                    <a:pt x="90" y="25"/>
                    <a:pt x="90" y="25"/>
                    <a:pt x="90" y="25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91" y="24"/>
                    <a:pt x="91" y="24"/>
                    <a:pt x="91" y="24"/>
                  </a:cubicBezTo>
                  <a:lnTo>
                    <a:pt x="91" y="25"/>
                  </a:lnTo>
                  <a:close/>
                  <a:moveTo>
                    <a:pt x="93" y="19"/>
                  </a:moveTo>
                  <a:cubicBezTo>
                    <a:pt x="93" y="19"/>
                    <a:pt x="93" y="19"/>
                    <a:pt x="93" y="19"/>
                  </a:cubicBezTo>
                  <a:cubicBezTo>
                    <a:pt x="92" y="19"/>
                    <a:pt x="92" y="19"/>
                    <a:pt x="92" y="19"/>
                  </a:cubicBezTo>
                  <a:cubicBezTo>
                    <a:pt x="92" y="18"/>
                    <a:pt x="92" y="18"/>
                    <a:pt x="92" y="18"/>
                  </a:cubicBezTo>
                  <a:cubicBezTo>
                    <a:pt x="93" y="18"/>
                    <a:pt x="93" y="18"/>
                    <a:pt x="93" y="18"/>
                  </a:cubicBezTo>
                  <a:lnTo>
                    <a:pt x="93" y="19"/>
                  </a:lnTo>
                  <a:close/>
                  <a:moveTo>
                    <a:pt x="97" y="31"/>
                  </a:moveTo>
                  <a:cubicBezTo>
                    <a:pt x="97" y="31"/>
                    <a:pt x="97" y="31"/>
                    <a:pt x="97" y="31"/>
                  </a:cubicBezTo>
                  <a:cubicBezTo>
                    <a:pt x="95" y="31"/>
                    <a:pt x="95" y="31"/>
                    <a:pt x="95" y="31"/>
                  </a:cubicBezTo>
                  <a:cubicBezTo>
                    <a:pt x="95" y="29"/>
                    <a:pt x="95" y="29"/>
                    <a:pt x="95" y="29"/>
                  </a:cubicBezTo>
                  <a:cubicBezTo>
                    <a:pt x="97" y="29"/>
                    <a:pt x="97" y="29"/>
                    <a:pt x="97" y="29"/>
                  </a:cubicBezTo>
                  <a:lnTo>
                    <a:pt x="97" y="31"/>
                  </a:lnTo>
                  <a:close/>
                  <a:moveTo>
                    <a:pt x="99" y="25"/>
                  </a:moveTo>
                  <a:cubicBezTo>
                    <a:pt x="99" y="25"/>
                    <a:pt x="99" y="25"/>
                    <a:pt x="99" y="25"/>
                  </a:cubicBezTo>
                  <a:cubicBezTo>
                    <a:pt x="98" y="25"/>
                    <a:pt x="98" y="25"/>
                    <a:pt x="98" y="25"/>
                  </a:cubicBezTo>
                  <a:cubicBezTo>
                    <a:pt x="98" y="24"/>
                    <a:pt x="98" y="24"/>
                    <a:pt x="98" y="24"/>
                  </a:cubicBezTo>
                  <a:cubicBezTo>
                    <a:pt x="99" y="24"/>
                    <a:pt x="99" y="24"/>
                    <a:pt x="99" y="24"/>
                  </a:cubicBezTo>
                  <a:lnTo>
                    <a:pt x="99" y="25"/>
                  </a:lnTo>
                  <a:close/>
                  <a:moveTo>
                    <a:pt x="100" y="19"/>
                  </a:moveTo>
                  <a:cubicBezTo>
                    <a:pt x="100" y="19"/>
                    <a:pt x="100" y="19"/>
                    <a:pt x="100" y="19"/>
                  </a:cubicBezTo>
                  <a:cubicBezTo>
                    <a:pt x="102" y="19"/>
                    <a:pt x="102" y="19"/>
                    <a:pt x="102" y="19"/>
                  </a:cubicBezTo>
                  <a:cubicBezTo>
                    <a:pt x="102" y="21"/>
                    <a:pt x="102" y="21"/>
                    <a:pt x="102" y="21"/>
                  </a:cubicBezTo>
                  <a:cubicBezTo>
                    <a:pt x="100" y="21"/>
                    <a:pt x="100" y="21"/>
                    <a:pt x="100" y="21"/>
                  </a:cubicBezTo>
                  <a:lnTo>
                    <a:pt x="100" y="19"/>
                  </a:lnTo>
                  <a:close/>
                  <a:moveTo>
                    <a:pt x="102" y="31"/>
                  </a:moveTo>
                  <a:cubicBezTo>
                    <a:pt x="102" y="31"/>
                    <a:pt x="102" y="31"/>
                    <a:pt x="102" y="31"/>
                  </a:cubicBezTo>
                  <a:cubicBezTo>
                    <a:pt x="100" y="31"/>
                    <a:pt x="100" y="31"/>
                    <a:pt x="100" y="31"/>
                  </a:cubicBezTo>
                  <a:cubicBezTo>
                    <a:pt x="100" y="29"/>
                    <a:pt x="100" y="29"/>
                    <a:pt x="100" y="29"/>
                  </a:cubicBezTo>
                  <a:cubicBezTo>
                    <a:pt x="102" y="29"/>
                    <a:pt x="102" y="29"/>
                    <a:pt x="102" y="29"/>
                  </a:cubicBezTo>
                  <a:lnTo>
                    <a:pt x="102" y="31"/>
                  </a:lnTo>
                  <a:close/>
                  <a:moveTo>
                    <a:pt x="103" y="17"/>
                  </a:moveTo>
                  <a:cubicBezTo>
                    <a:pt x="103" y="17"/>
                    <a:pt x="103" y="17"/>
                    <a:pt x="103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4" y="18"/>
                    <a:pt x="104" y="18"/>
                    <a:pt x="104" y="18"/>
                  </a:cubicBezTo>
                  <a:cubicBezTo>
                    <a:pt x="103" y="18"/>
                    <a:pt x="103" y="18"/>
                    <a:pt x="103" y="18"/>
                  </a:cubicBezTo>
                  <a:lnTo>
                    <a:pt x="103" y="17"/>
                  </a:lnTo>
                  <a:close/>
                  <a:moveTo>
                    <a:pt x="104" y="31"/>
                  </a:moveTo>
                  <a:cubicBezTo>
                    <a:pt x="104" y="31"/>
                    <a:pt x="104" y="31"/>
                    <a:pt x="104" y="31"/>
                  </a:cubicBezTo>
                  <a:cubicBezTo>
                    <a:pt x="103" y="31"/>
                    <a:pt x="103" y="31"/>
                    <a:pt x="103" y="31"/>
                  </a:cubicBezTo>
                  <a:cubicBezTo>
                    <a:pt x="103" y="30"/>
                    <a:pt x="103" y="30"/>
                    <a:pt x="103" y="30"/>
                  </a:cubicBezTo>
                  <a:cubicBezTo>
                    <a:pt x="104" y="30"/>
                    <a:pt x="104" y="30"/>
                    <a:pt x="104" y="30"/>
                  </a:cubicBezTo>
                  <a:lnTo>
                    <a:pt x="104" y="31"/>
                  </a:lnTo>
                  <a:close/>
                  <a:moveTo>
                    <a:pt x="104" y="26"/>
                  </a:moveTo>
                  <a:cubicBezTo>
                    <a:pt x="104" y="26"/>
                    <a:pt x="104" y="26"/>
                    <a:pt x="104" y="26"/>
                  </a:cubicBezTo>
                  <a:cubicBezTo>
                    <a:pt x="103" y="26"/>
                    <a:pt x="103" y="26"/>
                    <a:pt x="103" y="26"/>
                  </a:cubicBezTo>
                  <a:cubicBezTo>
                    <a:pt x="103" y="24"/>
                    <a:pt x="103" y="24"/>
                    <a:pt x="103" y="24"/>
                  </a:cubicBezTo>
                  <a:cubicBezTo>
                    <a:pt x="104" y="24"/>
                    <a:pt x="104" y="24"/>
                    <a:pt x="104" y="24"/>
                  </a:cubicBezTo>
                  <a:lnTo>
                    <a:pt x="104" y="26"/>
                  </a:lnTo>
                  <a:close/>
                  <a:moveTo>
                    <a:pt x="104" y="18"/>
                  </a:moveTo>
                  <a:cubicBezTo>
                    <a:pt x="104" y="18"/>
                    <a:pt x="104" y="18"/>
                    <a:pt x="104" y="18"/>
                  </a:cubicBezTo>
                  <a:cubicBezTo>
                    <a:pt x="106" y="18"/>
                    <a:pt x="106" y="18"/>
                    <a:pt x="106" y="18"/>
                  </a:cubicBezTo>
                  <a:cubicBezTo>
                    <a:pt x="106" y="20"/>
                    <a:pt x="106" y="20"/>
                    <a:pt x="106" y="20"/>
                  </a:cubicBezTo>
                  <a:cubicBezTo>
                    <a:pt x="104" y="20"/>
                    <a:pt x="104" y="20"/>
                    <a:pt x="104" y="20"/>
                  </a:cubicBezTo>
                  <a:lnTo>
                    <a:pt x="104" y="18"/>
                  </a:lnTo>
                  <a:close/>
                  <a:moveTo>
                    <a:pt x="107" y="23"/>
                  </a:moveTo>
                  <a:cubicBezTo>
                    <a:pt x="107" y="23"/>
                    <a:pt x="107" y="23"/>
                    <a:pt x="107" y="23"/>
                  </a:cubicBezTo>
                  <a:cubicBezTo>
                    <a:pt x="106" y="23"/>
                    <a:pt x="106" y="23"/>
                    <a:pt x="106" y="23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lnTo>
                    <a:pt x="107" y="23"/>
                  </a:lnTo>
                  <a:close/>
                  <a:moveTo>
                    <a:pt x="108" y="21"/>
                  </a:moveTo>
                  <a:cubicBezTo>
                    <a:pt x="108" y="21"/>
                    <a:pt x="108" y="21"/>
                    <a:pt x="108" y="21"/>
                  </a:cubicBezTo>
                  <a:cubicBezTo>
                    <a:pt x="107" y="21"/>
                    <a:pt x="107" y="21"/>
                    <a:pt x="107" y="21"/>
                  </a:cubicBezTo>
                  <a:cubicBezTo>
                    <a:pt x="107" y="20"/>
                    <a:pt x="107" y="20"/>
                    <a:pt x="107" y="20"/>
                  </a:cubicBezTo>
                  <a:cubicBezTo>
                    <a:pt x="108" y="20"/>
                    <a:pt x="108" y="20"/>
                    <a:pt x="108" y="20"/>
                  </a:cubicBezTo>
                  <a:lnTo>
                    <a:pt x="108" y="21"/>
                  </a:lnTo>
                  <a:close/>
                  <a:moveTo>
                    <a:pt x="111" y="25"/>
                  </a:moveTo>
                  <a:cubicBezTo>
                    <a:pt x="111" y="25"/>
                    <a:pt x="111" y="25"/>
                    <a:pt x="111" y="25"/>
                  </a:cubicBezTo>
                  <a:cubicBezTo>
                    <a:pt x="109" y="25"/>
                    <a:pt x="109" y="25"/>
                    <a:pt x="109" y="25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1" y="23"/>
                    <a:pt x="111" y="23"/>
                    <a:pt x="111" y="23"/>
                  </a:cubicBezTo>
                  <a:lnTo>
                    <a:pt x="111" y="25"/>
                  </a:lnTo>
                  <a:close/>
                  <a:moveTo>
                    <a:pt x="112" y="27"/>
                  </a:moveTo>
                  <a:cubicBezTo>
                    <a:pt x="112" y="27"/>
                    <a:pt x="112" y="27"/>
                    <a:pt x="112" y="27"/>
                  </a:cubicBezTo>
                  <a:cubicBezTo>
                    <a:pt x="111" y="27"/>
                    <a:pt x="111" y="27"/>
                    <a:pt x="111" y="27"/>
                  </a:cubicBezTo>
                  <a:cubicBezTo>
                    <a:pt x="111" y="26"/>
                    <a:pt x="111" y="26"/>
                    <a:pt x="111" y="26"/>
                  </a:cubicBezTo>
                  <a:cubicBezTo>
                    <a:pt x="112" y="26"/>
                    <a:pt x="112" y="26"/>
                    <a:pt x="112" y="26"/>
                  </a:cubicBezTo>
                  <a:lnTo>
                    <a:pt x="112" y="27"/>
                  </a:lnTo>
                  <a:close/>
                  <a:moveTo>
                    <a:pt x="114" y="32"/>
                  </a:moveTo>
                  <a:cubicBezTo>
                    <a:pt x="114" y="32"/>
                    <a:pt x="114" y="32"/>
                    <a:pt x="114" y="32"/>
                  </a:cubicBezTo>
                  <a:cubicBezTo>
                    <a:pt x="112" y="31"/>
                    <a:pt x="112" y="31"/>
                    <a:pt x="112" y="31"/>
                  </a:cubicBezTo>
                  <a:cubicBezTo>
                    <a:pt x="112" y="30"/>
                    <a:pt x="112" y="30"/>
                    <a:pt x="112" y="30"/>
                  </a:cubicBezTo>
                  <a:cubicBezTo>
                    <a:pt x="114" y="30"/>
                    <a:pt x="114" y="30"/>
                    <a:pt x="114" y="30"/>
                  </a:cubicBezTo>
                  <a:lnTo>
                    <a:pt x="114" y="32"/>
                  </a:lnTo>
                  <a:close/>
                  <a:moveTo>
                    <a:pt x="116" y="25"/>
                  </a:moveTo>
                  <a:cubicBezTo>
                    <a:pt x="116" y="25"/>
                    <a:pt x="116" y="25"/>
                    <a:pt x="116" y="25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3" y="22"/>
                    <a:pt x="113" y="22"/>
                    <a:pt x="113" y="22"/>
                  </a:cubicBezTo>
                  <a:cubicBezTo>
                    <a:pt x="116" y="22"/>
                    <a:pt x="116" y="22"/>
                    <a:pt x="116" y="22"/>
                  </a:cubicBezTo>
                  <a:lnTo>
                    <a:pt x="116" y="25"/>
                  </a:lnTo>
                  <a:close/>
                  <a:moveTo>
                    <a:pt x="116" y="19"/>
                  </a:moveTo>
                  <a:cubicBezTo>
                    <a:pt x="116" y="19"/>
                    <a:pt x="116" y="19"/>
                    <a:pt x="116" y="19"/>
                  </a:cubicBezTo>
                  <a:cubicBezTo>
                    <a:pt x="117" y="19"/>
                    <a:pt x="117" y="19"/>
                    <a:pt x="117" y="19"/>
                  </a:cubicBezTo>
                  <a:cubicBezTo>
                    <a:pt x="117" y="21"/>
                    <a:pt x="117" y="21"/>
                    <a:pt x="117" y="21"/>
                  </a:cubicBezTo>
                  <a:cubicBezTo>
                    <a:pt x="116" y="21"/>
                    <a:pt x="116" y="21"/>
                    <a:pt x="116" y="21"/>
                  </a:cubicBezTo>
                  <a:lnTo>
                    <a:pt x="116" y="19"/>
                  </a:lnTo>
                  <a:close/>
                  <a:moveTo>
                    <a:pt x="117" y="25"/>
                  </a:moveTo>
                  <a:cubicBezTo>
                    <a:pt x="117" y="25"/>
                    <a:pt x="117" y="25"/>
                    <a:pt x="117" y="25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6" y="24"/>
                    <a:pt x="116" y="24"/>
                    <a:pt x="116" y="24"/>
                  </a:cubicBezTo>
                  <a:cubicBezTo>
                    <a:pt x="117" y="24"/>
                    <a:pt x="117" y="24"/>
                    <a:pt x="117" y="24"/>
                  </a:cubicBezTo>
                  <a:lnTo>
                    <a:pt x="117" y="25"/>
                  </a:lnTo>
                  <a:close/>
                  <a:moveTo>
                    <a:pt x="85" y="33"/>
                  </a:moveTo>
                  <a:cubicBezTo>
                    <a:pt x="85" y="33"/>
                    <a:pt x="85" y="33"/>
                    <a:pt x="85" y="33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5" y="41"/>
                    <a:pt x="85" y="41"/>
                    <a:pt x="85" y="41"/>
                  </a:cubicBezTo>
                  <a:lnTo>
                    <a:pt x="85" y="33"/>
                  </a:lnTo>
                  <a:close/>
                  <a:moveTo>
                    <a:pt x="44" y="34"/>
                  </a:moveTo>
                  <a:cubicBezTo>
                    <a:pt x="44" y="34"/>
                    <a:pt x="44" y="34"/>
                    <a:pt x="44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34"/>
                  </a:lnTo>
                  <a:close/>
                  <a:moveTo>
                    <a:pt x="15" y="47"/>
                  </a:moveTo>
                  <a:cubicBezTo>
                    <a:pt x="15" y="47"/>
                    <a:pt x="15" y="47"/>
                    <a:pt x="15" y="47"/>
                  </a:cubicBezTo>
                  <a:cubicBezTo>
                    <a:pt x="15" y="47"/>
                    <a:pt x="15" y="47"/>
                    <a:pt x="15" y="47"/>
                  </a:cubicBezTo>
                  <a:cubicBezTo>
                    <a:pt x="15" y="35"/>
                    <a:pt x="15" y="35"/>
                    <a:pt x="15" y="35"/>
                  </a:cubicBezTo>
                  <a:cubicBezTo>
                    <a:pt x="15" y="35"/>
                    <a:pt x="15" y="35"/>
                    <a:pt x="15" y="35"/>
                  </a:cubicBezTo>
                  <a:lnTo>
                    <a:pt x="15" y="47"/>
                  </a:lnTo>
                  <a:close/>
                  <a:moveTo>
                    <a:pt x="20" y="46"/>
                  </a:moveTo>
                  <a:cubicBezTo>
                    <a:pt x="20" y="46"/>
                    <a:pt x="20" y="46"/>
                    <a:pt x="20" y="46"/>
                  </a:cubicBezTo>
                  <a:cubicBezTo>
                    <a:pt x="16" y="47"/>
                    <a:pt x="16" y="47"/>
                    <a:pt x="16" y="47"/>
                  </a:cubicBezTo>
                  <a:cubicBezTo>
                    <a:pt x="16" y="35"/>
                    <a:pt x="16" y="35"/>
                    <a:pt x="16" y="35"/>
                  </a:cubicBezTo>
                  <a:cubicBezTo>
                    <a:pt x="20" y="35"/>
                    <a:pt x="20" y="35"/>
                    <a:pt x="20" y="35"/>
                  </a:cubicBezTo>
                  <a:lnTo>
                    <a:pt x="20" y="46"/>
                  </a:lnTo>
                  <a:close/>
                  <a:moveTo>
                    <a:pt x="25" y="46"/>
                  </a:moveTo>
                  <a:cubicBezTo>
                    <a:pt x="25" y="46"/>
                    <a:pt x="25" y="46"/>
                    <a:pt x="25" y="46"/>
                  </a:cubicBezTo>
                  <a:cubicBezTo>
                    <a:pt x="22" y="46"/>
                    <a:pt x="22" y="46"/>
                    <a:pt x="22" y="46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6"/>
                    <a:pt x="24" y="36"/>
                    <a:pt x="24" y="36"/>
                  </a:cubicBezTo>
                  <a:cubicBezTo>
                    <a:pt x="25" y="36"/>
                    <a:pt x="25" y="36"/>
                    <a:pt x="25" y="36"/>
                  </a:cubicBezTo>
                  <a:lnTo>
                    <a:pt x="25" y="46"/>
                  </a:lnTo>
                  <a:close/>
                  <a:moveTo>
                    <a:pt x="26" y="46"/>
                  </a:moveTo>
                  <a:cubicBezTo>
                    <a:pt x="26" y="46"/>
                    <a:pt x="26" y="46"/>
                    <a:pt x="26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6"/>
                    <a:pt x="25" y="46"/>
                    <a:pt x="25" y="46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6" y="42"/>
                    <a:pt x="26" y="42"/>
                    <a:pt x="26" y="42"/>
                  </a:cubicBezTo>
                  <a:lnTo>
                    <a:pt x="26" y="46"/>
                  </a:lnTo>
                  <a:close/>
                  <a:moveTo>
                    <a:pt x="26" y="41"/>
                  </a:moveTo>
                  <a:cubicBezTo>
                    <a:pt x="26" y="41"/>
                    <a:pt x="26" y="41"/>
                    <a:pt x="26" y="41"/>
                  </a:cubicBezTo>
                  <a:cubicBezTo>
                    <a:pt x="25" y="42"/>
                    <a:pt x="25" y="42"/>
                    <a:pt x="25" y="42"/>
                  </a:cubicBezTo>
                  <a:cubicBezTo>
                    <a:pt x="25" y="36"/>
                    <a:pt x="25" y="36"/>
                    <a:pt x="25" y="36"/>
                  </a:cubicBezTo>
                  <a:cubicBezTo>
                    <a:pt x="26" y="36"/>
                    <a:pt x="26" y="36"/>
                    <a:pt x="26" y="36"/>
                  </a:cubicBezTo>
                  <a:lnTo>
                    <a:pt x="26" y="41"/>
                  </a:lnTo>
                  <a:close/>
                  <a:moveTo>
                    <a:pt x="28" y="47"/>
                  </a:moveTo>
                  <a:cubicBezTo>
                    <a:pt x="28" y="47"/>
                    <a:pt x="28" y="47"/>
                    <a:pt x="28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8" y="42"/>
                    <a:pt x="28" y="42"/>
                    <a:pt x="28" y="42"/>
                  </a:cubicBezTo>
                  <a:lnTo>
                    <a:pt x="28" y="47"/>
                  </a:lnTo>
                  <a:close/>
                  <a:moveTo>
                    <a:pt x="28" y="41"/>
                  </a:moveTo>
                  <a:cubicBezTo>
                    <a:pt x="28" y="41"/>
                    <a:pt x="28" y="41"/>
                    <a:pt x="28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lnTo>
                    <a:pt x="28" y="41"/>
                  </a:lnTo>
                  <a:close/>
                  <a:moveTo>
                    <a:pt x="29" y="47"/>
                  </a:moveTo>
                  <a:cubicBezTo>
                    <a:pt x="29" y="47"/>
                    <a:pt x="29" y="47"/>
                    <a:pt x="29" y="47"/>
                  </a:cubicBezTo>
                  <a:cubicBezTo>
                    <a:pt x="28" y="47"/>
                    <a:pt x="28" y="47"/>
                    <a:pt x="28" y="47"/>
                  </a:cubicBezTo>
                  <a:cubicBezTo>
                    <a:pt x="28" y="42"/>
                    <a:pt x="28" y="42"/>
                    <a:pt x="28" y="42"/>
                  </a:cubicBezTo>
                  <a:cubicBezTo>
                    <a:pt x="29" y="42"/>
                    <a:pt x="29" y="42"/>
                    <a:pt x="29" y="42"/>
                  </a:cubicBezTo>
                  <a:lnTo>
                    <a:pt x="29" y="47"/>
                  </a:lnTo>
                  <a:close/>
                  <a:moveTo>
                    <a:pt x="29" y="41"/>
                  </a:moveTo>
                  <a:cubicBezTo>
                    <a:pt x="29" y="41"/>
                    <a:pt x="29" y="41"/>
                    <a:pt x="29" y="4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9" y="36"/>
                    <a:pt x="29" y="36"/>
                    <a:pt x="29" y="36"/>
                  </a:cubicBezTo>
                  <a:lnTo>
                    <a:pt x="29" y="41"/>
                  </a:lnTo>
                  <a:close/>
                  <a:moveTo>
                    <a:pt x="30" y="47"/>
                  </a:moveTo>
                  <a:cubicBezTo>
                    <a:pt x="30" y="47"/>
                    <a:pt x="30" y="47"/>
                    <a:pt x="30" y="47"/>
                  </a:cubicBezTo>
                  <a:cubicBezTo>
                    <a:pt x="29" y="47"/>
                    <a:pt x="29" y="47"/>
                    <a:pt x="29" y="47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30" y="41"/>
                    <a:pt x="30" y="41"/>
                    <a:pt x="30" y="41"/>
                  </a:cubicBezTo>
                  <a:lnTo>
                    <a:pt x="30" y="47"/>
                  </a:lnTo>
                  <a:close/>
                  <a:moveTo>
                    <a:pt x="30" y="41"/>
                  </a:moveTo>
                  <a:cubicBezTo>
                    <a:pt x="30" y="41"/>
                    <a:pt x="30" y="41"/>
                    <a:pt x="30" y="41"/>
                  </a:cubicBezTo>
                  <a:cubicBezTo>
                    <a:pt x="29" y="41"/>
                    <a:pt x="29" y="41"/>
                    <a:pt x="29" y="41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0" y="36"/>
                    <a:pt x="30" y="36"/>
                  </a:cubicBezTo>
                  <a:lnTo>
                    <a:pt x="30" y="41"/>
                  </a:lnTo>
                  <a:close/>
                  <a:moveTo>
                    <a:pt x="32" y="47"/>
                  </a:moveTo>
                  <a:cubicBezTo>
                    <a:pt x="32" y="47"/>
                    <a:pt x="32" y="47"/>
                    <a:pt x="32" y="47"/>
                  </a:cubicBezTo>
                  <a:cubicBezTo>
                    <a:pt x="31" y="47"/>
                    <a:pt x="31" y="47"/>
                    <a:pt x="31" y="47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2" y="41"/>
                    <a:pt x="32" y="41"/>
                    <a:pt x="32" y="41"/>
                  </a:cubicBezTo>
                  <a:lnTo>
                    <a:pt x="32" y="47"/>
                  </a:lnTo>
                  <a:close/>
                  <a:moveTo>
                    <a:pt x="32" y="41"/>
                  </a:moveTo>
                  <a:cubicBezTo>
                    <a:pt x="32" y="41"/>
                    <a:pt x="32" y="41"/>
                    <a:pt x="32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31" y="36"/>
                    <a:pt x="31" y="36"/>
                    <a:pt x="31" y="36"/>
                  </a:cubicBezTo>
                  <a:cubicBezTo>
                    <a:pt x="32" y="35"/>
                    <a:pt x="32" y="35"/>
                    <a:pt x="32" y="35"/>
                  </a:cubicBezTo>
                  <a:lnTo>
                    <a:pt x="32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2" y="47"/>
                    <a:pt x="32" y="47"/>
                    <a:pt x="32" y="47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2" y="41"/>
                    <a:pt x="32" y="41"/>
                    <a:pt x="32" y="41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3" y="47"/>
                  </a:moveTo>
                  <a:cubicBezTo>
                    <a:pt x="33" y="47"/>
                    <a:pt x="33" y="47"/>
                    <a:pt x="33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lnTo>
                    <a:pt x="33" y="47"/>
                  </a:lnTo>
                  <a:close/>
                  <a:moveTo>
                    <a:pt x="33" y="41"/>
                  </a:moveTo>
                  <a:cubicBezTo>
                    <a:pt x="33" y="41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33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3" y="47"/>
                    <a:pt x="33" y="47"/>
                    <a:pt x="33" y="47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4" y="47"/>
                  </a:moveTo>
                  <a:cubicBezTo>
                    <a:pt x="34" y="47"/>
                    <a:pt x="34" y="47"/>
                    <a:pt x="34" y="47"/>
                  </a:cubicBezTo>
                  <a:cubicBezTo>
                    <a:pt x="34" y="47"/>
                    <a:pt x="34" y="47"/>
                    <a:pt x="34" y="47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lnTo>
                    <a:pt x="34" y="47"/>
                  </a:lnTo>
                  <a:close/>
                  <a:moveTo>
                    <a:pt x="34" y="41"/>
                  </a:moveTo>
                  <a:cubicBezTo>
                    <a:pt x="34" y="41"/>
                    <a:pt x="34" y="41"/>
                    <a:pt x="34" y="41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34" y="35"/>
                    <a:pt x="34" y="35"/>
                    <a:pt x="34" y="35"/>
                  </a:cubicBezTo>
                  <a:cubicBezTo>
                    <a:pt x="34" y="35"/>
                    <a:pt x="34" y="35"/>
                    <a:pt x="34" y="35"/>
                  </a:cubicBezTo>
                  <a:lnTo>
                    <a:pt x="34" y="41"/>
                  </a:lnTo>
                  <a:close/>
                  <a:moveTo>
                    <a:pt x="36" y="47"/>
                  </a:move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lnTo>
                    <a:pt x="36" y="47"/>
                  </a:lnTo>
                  <a:close/>
                  <a:moveTo>
                    <a:pt x="36" y="41"/>
                  </a:moveTo>
                  <a:cubicBezTo>
                    <a:pt x="36" y="41"/>
                    <a:pt x="36" y="41"/>
                    <a:pt x="36" y="41"/>
                  </a:cubicBezTo>
                  <a:cubicBezTo>
                    <a:pt x="36" y="41"/>
                    <a:pt x="36" y="41"/>
                    <a:pt x="36" y="41"/>
                  </a:cubicBezTo>
                  <a:cubicBezTo>
                    <a:pt x="36" y="35"/>
                    <a:pt x="36" y="35"/>
                    <a:pt x="36" y="35"/>
                  </a:cubicBezTo>
                  <a:cubicBezTo>
                    <a:pt x="36" y="35"/>
                    <a:pt x="36" y="35"/>
                    <a:pt x="36" y="35"/>
                  </a:cubicBezTo>
                  <a:lnTo>
                    <a:pt x="36" y="41"/>
                  </a:lnTo>
                  <a:close/>
                  <a:moveTo>
                    <a:pt x="37" y="47"/>
                  </a:moveTo>
                  <a:cubicBezTo>
                    <a:pt x="37" y="47"/>
                    <a:pt x="37" y="47"/>
                    <a:pt x="37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lnTo>
                    <a:pt x="37" y="47"/>
                  </a:lnTo>
                  <a:close/>
                  <a:moveTo>
                    <a:pt x="37" y="41"/>
                  </a:moveTo>
                  <a:cubicBezTo>
                    <a:pt x="37" y="41"/>
                    <a:pt x="37" y="41"/>
                    <a:pt x="37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7" y="35"/>
                    <a:pt x="37" y="35"/>
                    <a:pt x="37" y="35"/>
                  </a:cubicBezTo>
                  <a:lnTo>
                    <a:pt x="37" y="41"/>
                  </a:lnTo>
                  <a:close/>
                  <a:moveTo>
                    <a:pt x="38" y="47"/>
                  </a:moveTo>
                  <a:cubicBezTo>
                    <a:pt x="38" y="47"/>
                    <a:pt x="38" y="47"/>
                    <a:pt x="38" y="47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8" y="41"/>
                    <a:pt x="38" y="41"/>
                    <a:pt x="38" y="41"/>
                  </a:cubicBezTo>
                  <a:lnTo>
                    <a:pt x="38" y="47"/>
                  </a:lnTo>
                  <a:close/>
                  <a:moveTo>
                    <a:pt x="38" y="41"/>
                  </a:moveTo>
                  <a:cubicBezTo>
                    <a:pt x="38" y="41"/>
                    <a:pt x="38" y="41"/>
                    <a:pt x="38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7" y="35"/>
                    <a:pt x="37" y="35"/>
                    <a:pt x="37" y="35"/>
                  </a:cubicBezTo>
                  <a:cubicBezTo>
                    <a:pt x="38" y="35"/>
                    <a:pt x="38" y="35"/>
                    <a:pt x="38" y="35"/>
                  </a:cubicBezTo>
                  <a:lnTo>
                    <a:pt x="38" y="41"/>
                  </a:lnTo>
                  <a:close/>
                  <a:moveTo>
                    <a:pt x="40" y="47"/>
                  </a:moveTo>
                  <a:cubicBezTo>
                    <a:pt x="40" y="47"/>
                    <a:pt x="40" y="47"/>
                    <a:pt x="40" y="47"/>
                  </a:cubicBezTo>
                  <a:cubicBezTo>
                    <a:pt x="39" y="47"/>
                    <a:pt x="39" y="47"/>
                    <a:pt x="39" y="47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40" y="41"/>
                    <a:pt x="40" y="41"/>
                    <a:pt x="40" y="41"/>
                  </a:cubicBezTo>
                  <a:lnTo>
                    <a:pt x="40" y="47"/>
                  </a:lnTo>
                  <a:close/>
                  <a:moveTo>
                    <a:pt x="40" y="41"/>
                  </a:moveTo>
                  <a:cubicBezTo>
                    <a:pt x="40" y="41"/>
                    <a:pt x="40" y="41"/>
                    <a:pt x="40" y="41"/>
                  </a:cubicBezTo>
                  <a:cubicBezTo>
                    <a:pt x="39" y="41"/>
                    <a:pt x="39" y="41"/>
                    <a:pt x="39" y="41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40" y="35"/>
                    <a:pt x="40" y="35"/>
                    <a:pt x="40" y="35"/>
                  </a:cubicBezTo>
                  <a:lnTo>
                    <a:pt x="40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0" y="47"/>
                    <a:pt x="40" y="47"/>
                    <a:pt x="40" y="47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0" y="41"/>
                    <a:pt x="40" y="41"/>
                    <a:pt x="40" y="41"/>
                  </a:cubicBezTo>
                  <a:cubicBezTo>
                    <a:pt x="40" y="35"/>
                    <a:pt x="40" y="35"/>
                    <a:pt x="40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1" y="47"/>
                  </a:moveTo>
                  <a:cubicBezTo>
                    <a:pt x="41" y="47"/>
                    <a:pt x="41" y="47"/>
                    <a:pt x="41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lnTo>
                    <a:pt x="41" y="47"/>
                  </a:lnTo>
                  <a:close/>
                  <a:moveTo>
                    <a:pt x="41" y="41"/>
                  </a:move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1" y="35"/>
                    <a:pt x="41" y="35"/>
                    <a:pt x="41" y="35"/>
                  </a:cubicBezTo>
                  <a:lnTo>
                    <a:pt x="41" y="41"/>
                  </a:lnTo>
                  <a:close/>
                  <a:moveTo>
                    <a:pt x="42" y="47"/>
                  </a:moveTo>
                  <a:cubicBezTo>
                    <a:pt x="42" y="47"/>
                    <a:pt x="42" y="47"/>
                    <a:pt x="42" y="47"/>
                  </a:cubicBezTo>
                  <a:cubicBezTo>
                    <a:pt x="41" y="47"/>
                    <a:pt x="41" y="47"/>
                    <a:pt x="41" y="47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2" y="41"/>
                    <a:pt x="42" y="41"/>
                    <a:pt x="42" y="41"/>
                  </a:cubicBezTo>
                  <a:lnTo>
                    <a:pt x="42" y="47"/>
                  </a:lnTo>
                  <a:close/>
                  <a:moveTo>
                    <a:pt x="42" y="41"/>
                  </a:moveTo>
                  <a:cubicBezTo>
                    <a:pt x="42" y="41"/>
                    <a:pt x="42" y="41"/>
                    <a:pt x="42" y="41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35"/>
                    <a:pt x="41" y="35"/>
                    <a:pt x="41" y="35"/>
                  </a:cubicBezTo>
                  <a:cubicBezTo>
                    <a:pt x="42" y="34"/>
                    <a:pt x="42" y="34"/>
                    <a:pt x="42" y="34"/>
                  </a:cubicBezTo>
                  <a:lnTo>
                    <a:pt x="42" y="41"/>
                  </a:lnTo>
                  <a:close/>
                  <a:moveTo>
                    <a:pt x="43" y="48"/>
                  </a:moveTo>
                  <a:cubicBezTo>
                    <a:pt x="43" y="48"/>
                    <a:pt x="43" y="48"/>
                    <a:pt x="43" y="48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3" y="41"/>
                    <a:pt x="43" y="41"/>
                    <a:pt x="43" y="41"/>
                  </a:cubicBezTo>
                  <a:lnTo>
                    <a:pt x="43" y="48"/>
                  </a:lnTo>
                  <a:close/>
                  <a:moveTo>
                    <a:pt x="43" y="41"/>
                  </a:moveTo>
                  <a:cubicBezTo>
                    <a:pt x="43" y="41"/>
                    <a:pt x="43" y="41"/>
                    <a:pt x="43" y="41"/>
                  </a:cubicBezTo>
                  <a:cubicBezTo>
                    <a:pt x="42" y="41"/>
                    <a:pt x="42" y="41"/>
                    <a:pt x="42" y="41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43" y="34"/>
                    <a:pt x="43" y="34"/>
                    <a:pt x="43" y="34"/>
                  </a:cubicBezTo>
                  <a:lnTo>
                    <a:pt x="43" y="41"/>
                  </a:lnTo>
                  <a:close/>
                  <a:moveTo>
                    <a:pt x="44" y="48"/>
                  </a:moveTo>
                  <a:cubicBezTo>
                    <a:pt x="44" y="48"/>
                    <a:pt x="44" y="48"/>
                    <a:pt x="44" y="48"/>
                  </a:cubicBezTo>
                  <a:cubicBezTo>
                    <a:pt x="43" y="48"/>
                    <a:pt x="43" y="48"/>
                    <a:pt x="43" y="48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4" y="41"/>
                    <a:pt x="44" y="41"/>
                    <a:pt x="44" y="41"/>
                  </a:cubicBezTo>
                  <a:lnTo>
                    <a:pt x="44" y="48"/>
                  </a:lnTo>
                  <a:close/>
                  <a:moveTo>
                    <a:pt x="44" y="41"/>
                  </a:moveTo>
                  <a:cubicBezTo>
                    <a:pt x="44" y="41"/>
                    <a:pt x="44" y="41"/>
                    <a:pt x="44" y="41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3" y="34"/>
                    <a:pt x="43" y="34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lnTo>
                    <a:pt x="44" y="41"/>
                  </a:lnTo>
                  <a:close/>
                  <a:moveTo>
                    <a:pt x="45" y="48"/>
                  </a:moveTo>
                  <a:cubicBezTo>
                    <a:pt x="45" y="48"/>
                    <a:pt x="45" y="48"/>
                    <a:pt x="45" y="48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1"/>
                    <a:pt x="44" y="41"/>
                    <a:pt x="44" y="41"/>
                  </a:cubicBezTo>
                  <a:cubicBezTo>
                    <a:pt x="44" y="48"/>
                    <a:pt x="44" y="48"/>
                    <a:pt x="44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lnTo>
                    <a:pt x="45" y="48"/>
                  </a:lnTo>
                  <a:close/>
                  <a:moveTo>
                    <a:pt x="45" y="41"/>
                  </a:moveTo>
                  <a:cubicBezTo>
                    <a:pt x="45" y="41"/>
                    <a:pt x="45" y="41"/>
                    <a:pt x="45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5" y="34"/>
                    <a:pt x="45" y="34"/>
                    <a:pt x="45" y="34"/>
                  </a:cubicBezTo>
                  <a:lnTo>
                    <a:pt x="45" y="41"/>
                  </a:lnTo>
                  <a:close/>
                  <a:moveTo>
                    <a:pt x="46" y="48"/>
                  </a:moveTo>
                  <a:cubicBezTo>
                    <a:pt x="46" y="48"/>
                    <a:pt x="46" y="48"/>
                    <a:pt x="46" y="48"/>
                  </a:cubicBezTo>
                  <a:cubicBezTo>
                    <a:pt x="45" y="48"/>
                    <a:pt x="45" y="48"/>
                    <a:pt x="45" y="48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6" y="41"/>
                    <a:pt x="46" y="41"/>
                    <a:pt x="46" y="41"/>
                  </a:cubicBezTo>
                  <a:lnTo>
                    <a:pt x="46" y="48"/>
                  </a:lnTo>
                  <a:close/>
                  <a:moveTo>
                    <a:pt x="46" y="41"/>
                  </a:moveTo>
                  <a:cubicBezTo>
                    <a:pt x="46" y="41"/>
                    <a:pt x="46" y="41"/>
                    <a:pt x="46" y="41"/>
                  </a:cubicBezTo>
                  <a:cubicBezTo>
                    <a:pt x="45" y="41"/>
                    <a:pt x="45" y="41"/>
                    <a:pt x="45" y="41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6" y="34"/>
                    <a:pt x="46" y="34"/>
                    <a:pt x="46" y="34"/>
                  </a:cubicBezTo>
                  <a:lnTo>
                    <a:pt x="46" y="41"/>
                  </a:lnTo>
                  <a:close/>
                  <a:moveTo>
                    <a:pt x="47" y="48"/>
                  </a:moveTo>
                  <a:cubicBezTo>
                    <a:pt x="47" y="48"/>
                    <a:pt x="47" y="48"/>
                    <a:pt x="47" y="48"/>
                  </a:cubicBezTo>
                  <a:cubicBezTo>
                    <a:pt x="46" y="48"/>
                    <a:pt x="46" y="48"/>
                    <a:pt x="46" y="48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7" y="41"/>
                    <a:pt x="47" y="41"/>
                    <a:pt x="47" y="41"/>
                  </a:cubicBezTo>
                  <a:lnTo>
                    <a:pt x="47" y="48"/>
                  </a:lnTo>
                  <a:close/>
                  <a:moveTo>
                    <a:pt x="47" y="41"/>
                  </a:moveTo>
                  <a:cubicBezTo>
                    <a:pt x="47" y="41"/>
                    <a:pt x="47" y="41"/>
                    <a:pt x="47" y="41"/>
                  </a:cubicBezTo>
                  <a:cubicBezTo>
                    <a:pt x="46" y="41"/>
                    <a:pt x="46" y="41"/>
                    <a:pt x="46" y="41"/>
                  </a:cubicBezTo>
                  <a:cubicBezTo>
                    <a:pt x="46" y="34"/>
                    <a:pt x="46" y="34"/>
                    <a:pt x="46" y="34"/>
                  </a:cubicBezTo>
                  <a:cubicBezTo>
                    <a:pt x="47" y="34"/>
                    <a:pt x="47" y="34"/>
                    <a:pt x="47" y="34"/>
                  </a:cubicBezTo>
                  <a:lnTo>
                    <a:pt x="47" y="41"/>
                  </a:lnTo>
                  <a:close/>
                  <a:moveTo>
                    <a:pt x="48" y="48"/>
                  </a:moveTo>
                  <a:cubicBezTo>
                    <a:pt x="48" y="48"/>
                    <a:pt x="48" y="48"/>
                    <a:pt x="48" y="48"/>
                  </a:cubicBezTo>
                  <a:cubicBezTo>
                    <a:pt x="47" y="48"/>
                    <a:pt x="47" y="48"/>
                    <a:pt x="47" y="48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8" y="41"/>
                    <a:pt x="48" y="41"/>
                    <a:pt x="48" y="41"/>
                  </a:cubicBezTo>
                  <a:lnTo>
                    <a:pt x="48" y="48"/>
                  </a:lnTo>
                  <a:close/>
                  <a:moveTo>
                    <a:pt x="48" y="41"/>
                  </a:moveTo>
                  <a:cubicBezTo>
                    <a:pt x="48" y="41"/>
                    <a:pt x="48" y="41"/>
                    <a:pt x="48" y="41"/>
                  </a:cubicBezTo>
                  <a:cubicBezTo>
                    <a:pt x="47" y="41"/>
                    <a:pt x="47" y="41"/>
                    <a:pt x="47" y="41"/>
                  </a:cubicBezTo>
                  <a:cubicBezTo>
                    <a:pt x="47" y="34"/>
                    <a:pt x="47" y="34"/>
                    <a:pt x="47" y="34"/>
                  </a:cubicBezTo>
                  <a:cubicBezTo>
                    <a:pt x="48" y="34"/>
                    <a:pt x="48" y="34"/>
                    <a:pt x="48" y="34"/>
                  </a:cubicBezTo>
                  <a:lnTo>
                    <a:pt x="48" y="41"/>
                  </a:lnTo>
                  <a:close/>
                  <a:moveTo>
                    <a:pt x="49" y="48"/>
                  </a:moveTo>
                  <a:cubicBezTo>
                    <a:pt x="49" y="48"/>
                    <a:pt x="49" y="48"/>
                    <a:pt x="49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lnTo>
                    <a:pt x="49" y="48"/>
                  </a:lnTo>
                  <a:close/>
                  <a:moveTo>
                    <a:pt x="49" y="41"/>
                  </a:moveTo>
                  <a:cubicBezTo>
                    <a:pt x="49" y="41"/>
                    <a:pt x="49" y="41"/>
                    <a:pt x="49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lnTo>
                    <a:pt x="49" y="41"/>
                  </a:lnTo>
                  <a:close/>
                  <a:moveTo>
                    <a:pt x="50" y="48"/>
                  </a:moveTo>
                  <a:cubicBezTo>
                    <a:pt x="50" y="48"/>
                    <a:pt x="50" y="48"/>
                    <a:pt x="50" y="48"/>
                  </a:cubicBezTo>
                  <a:cubicBezTo>
                    <a:pt x="49" y="48"/>
                    <a:pt x="49" y="48"/>
                    <a:pt x="49" y="48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50" y="41"/>
                    <a:pt x="50" y="41"/>
                    <a:pt x="50" y="41"/>
                  </a:cubicBezTo>
                  <a:lnTo>
                    <a:pt x="50" y="48"/>
                  </a:lnTo>
                  <a:close/>
                  <a:moveTo>
                    <a:pt x="50" y="41"/>
                  </a:moveTo>
                  <a:cubicBezTo>
                    <a:pt x="50" y="41"/>
                    <a:pt x="50" y="41"/>
                    <a:pt x="50" y="41"/>
                  </a:cubicBezTo>
                  <a:cubicBezTo>
                    <a:pt x="49" y="41"/>
                    <a:pt x="49" y="41"/>
                    <a:pt x="49" y="41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49" y="34"/>
                    <a:pt x="49" y="34"/>
                    <a:pt x="49" y="34"/>
                  </a:cubicBezTo>
                  <a:cubicBezTo>
                    <a:pt x="50" y="34"/>
                    <a:pt x="50" y="34"/>
                    <a:pt x="50" y="34"/>
                  </a:cubicBezTo>
                  <a:lnTo>
                    <a:pt x="50" y="41"/>
                  </a:lnTo>
                  <a:close/>
                  <a:moveTo>
                    <a:pt x="52" y="48"/>
                  </a:moveTo>
                  <a:cubicBezTo>
                    <a:pt x="52" y="48"/>
                    <a:pt x="52" y="48"/>
                    <a:pt x="52" y="48"/>
                  </a:cubicBezTo>
                  <a:cubicBezTo>
                    <a:pt x="51" y="48"/>
                    <a:pt x="51" y="48"/>
                    <a:pt x="51" y="48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2" y="41"/>
                    <a:pt x="52" y="41"/>
                    <a:pt x="52" y="41"/>
                  </a:cubicBezTo>
                  <a:lnTo>
                    <a:pt x="52" y="48"/>
                  </a:lnTo>
                  <a:close/>
                  <a:moveTo>
                    <a:pt x="52" y="41"/>
                  </a:moveTo>
                  <a:cubicBezTo>
                    <a:pt x="52" y="41"/>
                    <a:pt x="52" y="41"/>
                    <a:pt x="52" y="41"/>
                  </a:cubicBezTo>
                  <a:cubicBezTo>
                    <a:pt x="51" y="41"/>
                    <a:pt x="51" y="41"/>
                    <a:pt x="51" y="41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52" y="34"/>
                    <a:pt x="52" y="34"/>
                    <a:pt x="52" y="34"/>
                  </a:cubicBezTo>
                  <a:lnTo>
                    <a:pt x="52" y="41"/>
                  </a:lnTo>
                  <a:close/>
                  <a:moveTo>
                    <a:pt x="53" y="48"/>
                  </a:moveTo>
                  <a:cubicBezTo>
                    <a:pt x="53" y="48"/>
                    <a:pt x="53" y="48"/>
                    <a:pt x="53" y="48"/>
                  </a:cubicBezTo>
                  <a:cubicBezTo>
                    <a:pt x="52" y="48"/>
                    <a:pt x="52" y="48"/>
                    <a:pt x="52" y="48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3" y="41"/>
                    <a:pt x="53" y="41"/>
                    <a:pt x="53" y="41"/>
                  </a:cubicBezTo>
                  <a:lnTo>
                    <a:pt x="53" y="48"/>
                  </a:lnTo>
                  <a:close/>
                  <a:moveTo>
                    <a:pt x="53" y="41"/>
                  </a:moveTo>
                  <a:cubicBezTo>
                    <a:pt x="53" y="41"/>
                    <a:pt x="53" y="41"/>
                    <a:pt x="53" y="41"/>
                  </a:cubicBezTo>
                  <a:cubicBezTo>
                    <a:pt x="52" y="41"/>
                    <a:pt x="52" y="41"/>
                    <a:pt x="52" y="41"/>
                  </a:cubicBezTo>
                  <a:cubicBezTo>
                    <a:pt x="52" y="34"/>
                    <a:pt x="52" y="34"/>
                    <a:pt x="52" y="34"/>
                  </a:cubicBezTo>
                  <a:cubicBezTo>
                    <a:pt x="53" y="34"/>
                    <a:pt x="53" y="34"/>
                    <a:pt x="53" y="34"/>
                  </a:cubicBezTo>
                  <a:lnTo>
                    <a:pt x="53" y="41"/>
                  </a:lnTo>
                  <a:close/>
                  <a:moveTo>
                    <a:pt x="54" y="48"/>
                  </a:moveTo>
                  <a:cubicBezTo>
                    <a:pt x="54" y="48"/>
                    <a:pt x="54" y="48"/>
                    <a:pt x="54" y="48"/>
                  </a:cubicBezTo>
                  <a:cubicBezTo>
                    <a:pt x="53" y="48"/>
                    <a:pt x="53" y="48"/>
                    <a:pt x="53" y="48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4" y="41"/>
                    <a:pt x="54" y="41"/>
                    <a:pt x="54" y="41"/>
                  </a:cubicBezTo>
                  <a:lnTo>
                    <a:pt x="54" y="48"/>
                  </a:lnTo>
                  <a:close/>
                  <a:moveTo>
                    <a:pt x="54" y="41"/>
                  </a:moveTo>
                  <a:cubicBezTo>
                    <a:pt x="54" y="41"/>
                    <a:pt x="54" y="41"/>
                    <a:pt x="54" y="41"/>
                  </a:cubicBezTo>
                  <a:cubicBezTo>
                    <a:pt x="53" y="41"/>
                    <a:pt x="53" y="41"/>
                    <a:pt x="53" y="41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54" y="33"/>
                    <a:pt x="54" y="33"/>
                    <a:pt x="54" y="33"/>
                  </a:cubicBezTo>
                  <a:lnTo>
                    <a:pt x="54" y="41"/>
                  </a:lnTo>
                  <a:close/>
                  <a:moveTo>
                    <a:pt x="55" y="48"/>
                  </a:move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4" y="48"/>
                    <a:pt x="54" y="48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5" y="41"/>
                    <a:pt x="55" y="41"/>
                    <a:pt x="55" y="41"/>
                  </a:cubicBezTo>
                  <a:lnTo>
                    <a:pt x="55" y="48"/>
                  </a:lnTo>
                  <a:close/>
                  <a:moveTo>
                    <a:pt x="55" y="41"/>
                  </a:moveTo>
                  <a:cubicBezTo>
                    <a:pt x="55" y="41"/>
                    <a:pt x="55" y="41"/>
                    <a:pt x="55" y="41"/>
                  </a:cubicBezTo>
                  <a:cubicBezTo>
                    <a:pt x="54" y="41"/>
                    <a:pt x="54" y="41"/>
                    <a:pt x="54" y="41"/>
                  </a:cubicBezTo>
                  <a:cubicBezTo>
                    <a:pt x="54" y="33"/>
                    <a:pt x="54" y="33"/>
                    <a:pt x="54" y="33"/>
                  </a:cubicBezTo>
                  <a:cubicBezTo>
                    <a:pt x="55" y="33"/>
                    <a:pt x="55" y="33"/>
                    <a:pt x="55" y="33"/>
                  </a:cubicBezTo>
                  <a:lnTo>
                    <a:pt x="55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5" y="41"/>
                    <a:pt x="55" y="41"/>
                    <a:pt x="55" y="41"/>
                  </a:cubicBezTo>
                  <a:cubicBezTo>
                    <a:pt x="55" y="33"/>
                    <a:pt x="55" y="33"/>
                    <a:pt x="55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7" y="48"/>
                  </a:moveTo>
                  <a:cubicBezTo>
                    <a:pt x="57" y="48"/>
                    <a:pt x="57" y="48"/>
                    <a:pt x="57" y="48"/>
                  </a:cubicBezTo>
                  <a:cubicBezTo>
                    <a:pt x="57" y="48"/>
                    <a:pt x="57" y="48"/>
                    <a:pt x="57" y="48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lnTo>
                    <a:pt x="57" y="48"/>
                  </a:lnTo>
                  <a:close/>
                  <a:moveTo>
                    <a:pt x="57" y="41"/>
                  </a:moveTo>
                  <a:cubicBezTo>
                    <a:pt x="57" y="41"/>
                    <a:pt x="57" y="41"/>
                    <a:pt x="57" y="41"/>
                  </a:cubicBezTo>
                  <a:cubicBezTo>
                    <a:pt x="57" y="41"/>
                    <a:pt x="57" y="41"/>
                    <a:pt x="57" y="41"/>
                  </a:cubicBezTo>
                  <a:cubicBezTo>
                    <a:pt x="57" y="33"/>
                    <a:pt x="57" y="33"/>
                    <a:pt x="57" y="33"/>
                  </a:cubicBezTo>
                  <a:cubicBezTo>
                    <a:pt x="57" y="33"/>
                    <a:pt x="57" y="33"/>
                    <a:pt x="57" y="33"/>
                  </a:cubicBezTo>
                  <a:lnTo>
                    <a:pt x="57" y="41"/>
                  </a:lnTo>
                  <a:close/>
                  <a:moveTo>
                    <a:pt x="58" y="48"/>
                  </a:moveTo>
                  <a:cubicBezTo>
                    <a:pt x="58" y="48"/>
                    <a:pt x="58" y="48"/>
                    <a:pt x="58" y="48"/>
                  </a:cubicBezTo>
                  <a:cubicBezTo>
                    <a:pt x="58" y="48"/>
                    <a:pt x="58" y="48"/>
                    <a:pt x="58" y="48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lnTo>
                    <a:pt x="58" y="48"/>
                  </a:lnTo>
                  <a:close/>
                  <a:moveTo>
                    <a:pt x="58" y="41"/>
                  </a:moveTo>
                  <a:cubicBezTo>
                    <a:pt x="58" y="41"/>
                    <a:pt x="58" y="41"/>
                    <a:pt x="58" y="41"/>
                  </a:cubicBezTo>
                  <a:cubicBezTo>
                    <a:pt x="58" y="41"/>
                    <a:pt x="58" y="41"/>
                    <a:pt x="58" y="41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58" y="33"/>
                    <a:pt x="58" y="33"/>
                    <a:pt x="58" y="33"/>
                  </a:cubicBezTo>
                  <a:lnTo>
                    <a:pt x="58" y="41"/>
                  </a:lnTo>
                  <a:close/>
                  <a:moveTo>
                    <a:pt x="59" y="48"/>
                  </a:move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8"/>
                    <a:pt x="59" y="48"/>
                    <a:pt x="59" y="48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lnTo>
                    <a:pt x="59" y="48"/>
                  </a:lnTo>
                  <a:close/>
                  <a:moveTo>
                    <a:pt x="59" y="41"/>
                  </a:moveTo>
                  <a:cubicBezTo>
                    <a:pt x="59" y="41"/>
                    <a:pt x="59" y="41"/>
                    <a:pt x="59" y="41"/>
                  </a:cubicBezTo>
                  <a:cubicBezTo>
                    <a:pt x="59" y="41"/>
                    <a:pt x="59" y="41"/>
                    <a:pt x="59" y="41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cubicBezTo>
                    <a:pt x="59" y="33"/>
                    <a:pt x="59" y="33"/>
                    <a:pt x="59" y="33"/>
                  </a:cubicBezTo>
                  <a:lnTo>
                    <a:pt x="59" y="41"/>
                  </a:lnTo>
                  <a:close/>
                  <a:moveTo>
                    <a:pt x="61" y="48"/>
                  </a:moveTo>
                  <a:cubicBezTo>
                    <a:pt x="61" y="48"/>
                    <a:pt x="61" y="48"/>
                    <a:pt x="61" y="48"/>
                  </a:cubicBezTo>
                  <a:cubicBezTo>
                    <a:pt x="60" y="48"/>
                    <a:pt x="60" y="48"/>
                    <a:pt x="60" y="48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1" y="41"/>
                    <a:pt x="61" y="41"/>
                    <a:pt x="61" y="41"/>
                  </a:cubicBezTo>
                  <a:lnTo>
                    <a:pt x="61" y="48"/>
                  </a:lnTo>
                  <a:close/>
                  <a:moveTo>
                    <a:pt x="61" y="41"/>
                  </a:moveTo>
                  <a:cubicBezTo>
                    <a:pt x="61" y="41"/>
                    <a:pt x="61" y="41"/>
                    <a:pt x="61" y="41"/>
                  </a:cubicBezTo>
                  <a:cubicBezTo>
                    <a:pt x="60" y="41"/>
                    <a:pt x="60" y="41"/>
                    <a:pt x="60" y="41"/>
                  </a:cubicBezTo>
                  <a:cubicBezTo>
                    <a:pt x="60" y="33"/>
                    <a:pt x="60" y="33"/>
                    <a:pt x="60" y="33"/>
                  </a:cubicBezTo>
                  <a:cubicBezTo>
                    <a:pt x="61" y="33"/>
                    <a:pt x="61" y="33"/>
                    <a:pt x="61" y="33"/>
                  </a:cubicBezTo>
                  <a:lnTo>
                    <a:pt x="61" y="41"/>
                  </a:lnTo>
                  <a:close/>
                  <a:moveTo>
                    <a:pt x="64" y="48"/>
                  </a:moveTo>
                  <a:cubicBezTo>
                    <a:pt x="64" y="48"/>
                    <a:pt x="64" y="48"/>
                    <a:pt x="64" y="48"/>
                  </a:cubicBezTo>
                  <a:cubicBezTo>
                    <a:pt x="61" y="48"/>
                    <a:pt x="61" y="48"/>
                    <a:pt x="61" y="48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4" y="41"/>
                    <a:pt x="64" y="41"/>
                    <a:pt x="64" y="41"/>
                  </a:cubicBezTo>
                  <a:lnTo>
                    <a:pt x="64" y="48"/>
                  </a:lnTo>
                  <a:close/>
                  <a:moveTo>
                    <a:pt x="64" y="41"/>
                  </a:moveTo>
                  <a:cubicBezTo>
                    <a:pt x="64" y="41"/>
                    <a:pt x="64" y="41"/>
                    <a:pt x="64" y="41"/>
                  </a:cubicBezTo>
                  <a:cubicBezTo>
                    <a:pt x="61" y="41"/>
                    <a:pt x="61" y="41"/>
                    <a:pt x="61" y="41"/>
                  </a:cubicBezTo>
                  <a:cubicBezTo>
                    <a:pt x="61" y="33"/>
                    <a:pt x="61" y="33"/>
                    <a:pt x="61" y="33"/>
                  </a:cubicBezTo>
                  <a:cubicBezTo>
                    <a:pt x="64" y="33"/>
                    <a:pt x="64" y="33"/>
                    <a:pt x="64" y="33"/>
                  </a:cubicBezTo>
                  <a:lnTo>
                    <a:pt x="64" y="41"/>
                  </a:lnTo>
                  <a:close/>
                  <a:moveTo>
                    <a:pt x="66" y="48"/>
                  </a:moveTo>
                  <a:cubicBezTo>
                    <a:pt x="66" y="48"/>
                    <a:pt x="66" y="48"/>
                    <a:pt x="66" y="48"/>
                  </a:cubicBezTo>
                  <a:cubicBezTo>
                    <a:pt x="64" y="48"/>
                    <a:pt x="64" y="48"/>
                    <a:pt x="64" y="48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6" y="41"/>
                    <a:pt x="66" y="41"/>
                    <a:pt x="66" y="41"/>
                  </a:cubicBezTo>
                  <a:lnTo>
                    <a:pt x="66" y="48"/>
                  </a:lnTo>
                  <a:close/>
                  <a:moveTo>
                    <a:pt x="66" y="41"/>
                  </a:moveTo>
                  <a:cubicBezTo>
                    <a:pt x="66" y="41"/>
                    <a:pt x="66" y="41"/>
                    <a:pt x="66" y="41"/>
                  </a:cubicBezTo>
                  <a:cubicBezTo>
                    <a:pt x="64" y="41"/>
                    <a:pt x="64" y="41"/>
                    <a:pt x="64" y="41"/>
                  </a:cubicBezTo>
                  <a:cubicBezTo>
                    <a:pt x="64" y="33"/>
                    <a:pt x="64" y="33"/>
                    <a:pt x="64" y="33"/>
                  </a:cubicBezTo>
                  <a:cubicBezTo>
                    <a:pt x="66" y="33"/>
                    <a:pt x="66" y="33"/>
                    <a:pt x="66" y="33"/>
                  </a:cubicBezTo>
                  <a:lnTo>
                    <a:pt x="66" y="41"/>
                  </a:lnTo>
                  <a:close/>
                  <a:moveTo>
                    <a:pt x="68" y="48"/>
                  </a:moveTo>
                  <a:cubicBezTo>
                    <a:pt x="68" y="48"/>
                    <a:pt x="68" y="48"/>
                    <a:pt x="68" y="48"/>
                  </a:cubicBezTo>
                  <a:cubicBezTo>
                    <a:pt x="66" y="48"/>
                    <a:pt x="66" y="48"/>
                    <a:pt x="66" y="48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8" y="41"/>
                    <a:pt x="68" y="41"/>
                    <a:pt x="68" y="41"/>
                  </a:cubicBezTo>
                  <a:lnTo>
                    <a:pt x="68" y="48"/>
                  </a:lnTo>
                  <a:close/>
                  <a:moveTo>
                    <a:pt x="68" y="41"/>
                  </a:moveTo>
                  <a:cubicBezTo>
                    <a:pt x="68" y="41"/>
                    <a:pt x="68" y="41"/>
                    <a:pt x="68" y="41"/>
                  </a:cubicBezTo>
                  <a:cubicBezTo>
                    <a:pt x="66" y="41"/>
                    <a:pt x="66" y="41"/>
                    <a:pt x="66" y="41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8" y="33"/>
                    <a:pt x="68" y="33"/>
                    <a:pt x="68" y="33"/>
                  </a:cubicBezTo>
                  <a:lnTo>
                    <a:pt x="68" y="41"/>
                  </a:lnTo>
                  <a:close/>
                  <a:moveTo>
                    <a:pt x="71" y="48"/>
                  </a:moveTo>
                  <a:cubicBezTo>
                    <a:pt x="71" y="48"/>
                    <a:pt x="71" y="48"/>
                    <a:pt x="71" y="48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71" y="41"/>
                    <a:pt x="71" y="41"/>
                    <a:pt x="71" y="41"/>
                  </a:cubicBezTo>
                  <a:lnTo>
                    <a:pt x="71" y="48"/>
                  </a:lnTo>
                  <a:close/>
                  <a:moveTo>
                    <a:pt x="71" y="41"/>
                  </a:moveTo>
                  <a:cubicBezTo>
                    <a:pt x="71" y="41"/>
                    <a:pt x="71" y="41"/>
                    <a:pt x="71" y="41"/>
                  </a:cubicBezTo>
                  <a:cubicBezTo>
                    <a:pt x="68" y="41"/>
                    <a:pt x="68" y="41"/>
                    <a:pt x="68" y="41"/>
                  </a:cubicBezTo>
                  <a:cubicBezTo>
                    <a:pt x="68" y="33"/>
                    <a:pt x="68" y="33"/>
                    <a:pt x="68" y="33"/>
                  </a:cubicBezTo>
                  <a:cubicBezTo>
                    <a:pt x="71" y="33"/>
                    <a:pt x="71" y="33"/>
                    <a:pt x="71" y="33"/>
                  </a:cubicBezTo>
                  <a:lnTo>
                    <a:pt x="71" y="41"/>
                  </a:lnTo>
                  <a:close/>
                  <a:moveTo>
                    <a:pt x="73" y="48"/>
                  </a:moveTo>
                  <a:cubicBezTo>
                    <a:pt x="73" y="48"/>
                    <a:pt x="73" y="48"/>
                    <a:pt x="73" y="48"/>
                  </a:cubicBezTo>
                  <a:cubicBezTo>
                    <a:pt x="71" y="48"/>
                    <a:pt x="71" y="48"/>
                    <a:pt x="71" y="48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3" y="41"/>
                    <a:pt x="73" y="41"/>
                    <a:pt x="73" y="41"/>
                  </a:cubicBezTo>
                  <a:lnTo>
                    <a:pt x="73" y="48"/>
                  </a:lnTo>
                  <a:close/>
                  <a:moveTo>
                    <a:pt x="73" y="41"/>
                  </a:moveTo>
                  <a:cubicBezTo>
                    <a:pt x="73" y="41"/>
                    <a:pt x="73" y="41"/>
                    <a:pt x="73" y="41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1" y="33"/>
                    <a:pt x="71" y="33"/>
                    <a:pt x="71" y="33"/>
                  </a:cubicBezTo>
                  <a:cubicBezTo>
                    <a:pt x="73" y="33"/>
                    <a:pt x="73" y="33"/>
                    <a:pt x="73" y="33"/>
                  </a:cubicBezTo>
                  <a:lnTo>
                    <a:pt x="73" y="41"/>
                  </a:lnTo>
                  <a:close/>
                  <a:moveTo>
                    <a:pt x="75" y="48"/>
                  </a:moveTo>
                  <a:cubicBezTo>
                    <a:pt x="75" y="48"/>
                    <a:pt x="75" y="48"/>
                    <a:pt x="75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5" y="41"/>
                    <a:pt x="75" y="41"/>
                    <a:pt x="75" y="41"/>
                  </a:cubicBezTo>
                  <a:lnTo>
                    <a:pt x="75" y="48"/>
                  </a:lnTo>
                  <a:close/>
                  <a:moveTo>
                    <a:pt x="75" y="41"/>
                  </a:moveTo>
                  <a:cubicBezTo>
                    <a:pt x="75" y="41"/>
                    <a:pt x="75" y="41"/>
                    <a:pt x="75" y="41"/>
                  </a:cubicBezTo>
                  <a:cubicBezTo>
                    <a:pt x="73" y="41"/>
                    <a:pt x="73" y="41"/>
                    <a:pt x="73" y="41"/>
                  </a:cubicBezTo>
                  <a:cubicBezTo>
                    <a:pt x="73" y="33"/>
                    <a:pt x="73" y="33"/>
                    <a:pt x="73" y="33"/>
                  </a:cubicBezTo>
                  <a:cubicBezTo>
                    <a:pt x="75" y="33"/>
                    <a:pt x="75" y="33"/>
                    <a:pt x="75" y="33"/>
                  </a:cubicBezTo>
                  <a:lnTo>
                    <a:pt x="75" y="41"/>
                  </a:lnTo>
                  <a:close/>
                  <a:moveTo>
                    <a:pt x="77" y="48"/>
                  </a:moveTo>
                  <a:cubicBezTo>
                    <a:pt x="77" y="48"/>
                    <a:pt x="77" y="48"/>
                    <a:pt x="77" y="48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7" y="41"/>
                    <a:pt x="77" y="41"/>
                    <a:pt x="77" y="41"/>
                  </a:cubicBezTo>
                  <a:lnTo>
                    <a:pt x="77" y="48"/>
                  </a:lnTo>
                  <a:close/>
                  <a:moveTo>
                    <a:pt x="77" y="41"/>
                  </a:moveTo>
                  <a:cubicBezTo>
                    <a:pt x="77" y="41"/>
                    <a:pt x="77" y="41"/>
                    <a:pt x="77" y="41"/>
                  </a:cubicBezTo>
                  <a:cubicBezTo>
                    <a:pt x="76" y="41"/>
                    <a:pt x="76" y="41"/>
                    <a:pt x="76" y="41"/>
                  </a:cubicBezTo>
                  <a:cubicBezTo>
                    <a:pt x="76" y="33"/>
                    <a:pt x="76" y="33"/>
                    <a:pt x="76" y="33"/>
                  </a:cubicBezTo>
                  <a:cubicBezTo>
                    <a:pt x="77" y="33"/>
                    <a:pt x="77" y="33"/>
                    <a:pt x="77" y="33"/>
                  </a:cubicBezTo>
                  <a:lnTo>
                    <a:pt x="77" y="41"/>
                  </a:lnTo>
                  <a:close/>
                  <a:moveTo>
                    <a:pt x="80" y="48"/>
                  </a:moveTo>
                  <a:cubicBezTo>
                    <a:pt x="80" y="48"/>
                    <a:pt x="80" y="48"/>
                    <a:pt x="80" y="48"/>
                  </a:cubicBezTo>
                  <a:cubicBezTo>
                    <a:pt x="78" y="48"/>
                    <a:pt x="78" y="48"/>
                    <a:pt x="78" y="48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80" y="41"/>
                    <a:pt x="80" y="41"/>
                    <a:pt x="80" y="41"/>
                  </a:cubicBezTo>
                  <a:lnTo>
                    <a:pt x="80" y="48"/>
                  </a:lnTo>
                  <a:close/>
                  <a:moveTo>
                    <a:pt x="80" y="41"/>
                  </a:moveTo>
                  <a:cubicBezTo>
                    <a:pt x="80" y="41"/>
                    <a:pt x="80" y="41"/>
                    <a:pt x="80" y="41"/>
                  </a:cubicBezTo>
                  <a:cubicBezTo>
                    <a:pt x="78" y="41"/>
                    <a:pt x="78" y="41"/>
                    <a:pt x="78" y="41"/>
                  </a:cubicBezTo>
                  <a:cubicBezTo>
                    <a:pt x="78" y="33"/>
                    <a:pt x="78" y="33"/>
                    <a:pt x="78" y="33"/>
                  </a:cubicBezTo>
                  <a:cubicBezTo>
                    <a:pt x="80" y="33"/>
                    <a:pt x="80" y="33"/>
                    <a:pt x="80" y="33"/>
                  </a:cubicBezTo>
                  <a:lnTo>
                    <a:pt x="80" y="41"/>
                  </a:lnTo>
                  <a:close/>
                  <a:moveTo>
                    <a:pt x="82" y="48"/>
                  </a:moveTo>
                  <a:cubicBezTo>
                    <a:pt x="82" y="48"/>
                    <a:pt x="82" y="48"/>
                    <a:pt x="82" y="48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2" y="41"/>
                    <a:pt x="82" y="41"/>
                    <a:pt x="82" y="41"/>
                  </a:cubicBezTo>
                  <a:lnTo>
                    <a:pt x="82" y="48"/>
                  </a:lnTo>
                  <a:close/>
                  <a:moveTo>
                    <a:pt x="82" y="41"/>
                  </a:moveTo>
                  <a:cubicBezTo>
                    <a:pt x="82" y="41"/>
                    <a:pt x="82" y="41"/>
                    <a:pt x="82" y="41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33"/>
                    <a:pt x="80" y="33"/>
                    <a:pt x="80" y="33"/>
                  </a:cubicBezTo>
                  <a:cubicBezTo>
                    <a:pt x="82" y="33"/>
                    <a:pt x="82" y="33"/>
                    <a:pt x="82" y="33"/>
                  </a:cubicBezTo>
                  <a:lnTo>
                    <a:pt x="82" y="41"/>
                  </a:lnTo>
                  <a:close/>
                  <a:moveTo>
                    <a:pt x="84" y="48"/>
                  </a:moveTo>
                  <a:cubicBezTo>
                    <a:pt x="84" y="48"/>
                    <a:pt x="84" y="48"/>
                    <a:pt x="84" y="48"/>
                  </a:cubicBezTo>
                  <a:cubicBezTo>
                    <a:pt x="82" y="48"/>
                    <a:pt x="82" y="48"/>
                    <a:pt x="82" y="48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4" y="41"/>
                    <a:pt x="84" y="41"/>
                    <a:pt x="84" y="41"/>
                  </a:cubicBezTo>
                  <a:lnTo>
                    <a:pt x="84" y="48"/>
                  </a:lnTo>
                  <a:close/>
                  <a:moveTo>
                    <a:pt x="84" y="41"/>
                  </a:moveTo>
                  <a:cubicBezTo>
                    <a:pt x="84" y="41"/>
                    <a:pt x="84" y="41"/>
                    <a:pt x="84" y="41"/>
                  </a:cubicBezTo>
                  <a:cubicBezTo>
                    <a:pt x="82" y="41"/>
                    <a:pt x="82" y="41"/>
                    <a:pt x="82" y="41"/>
                  </a:cubicBezTo>
                  <a:cubicBezTo>
                    <a:pt x="82" y="33"/>
                    <a:pt x="82" y="33"/>
                    <a:pt x="82" y="33"/>
                  </a:cubicBezTo>
                  <a:cubicBezTo>
                    <a:pt x="84" y="33"/>
                    <a:pt x="84" y="33"/>
                    <a:pt x="84" y="33"/>
                  </a:cubicBezTo>
                  <a:lnTo>
                    <a:pt x="84" y="41"/>
                  </a:lnTo>
                  <a:close/>
                  <a:moveTo>
                    <a:pt x="94" y="48"/>
                  </a:moveTo>
                  <a:cubicBezTo>
                    <a:pt x="94" y="48"/>
                    <a:pt x="94" y="48"/>
                    <a:pt x="94" y="48"/>
                  </a:cubicBezTo>
                  <a:cubicBezTo>
                    <a:pt x="85" y="48"/>
                    <a:pt x="85" y="48"/>
                    <a:pt x="85" y="48"/>
                  </a:cubicBezTo>
                  <a:cubicBezTo>
                    <a:pt x="85" y="41"/>
                    <a:pt x="85" y="41"/>
                    <a:pt x="85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8"/>
                    <a:pt x="87" y="48"/>
                    <a:pt x="87" y="48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8"/>
                    <a:pt x="89" y="48"/>
                    <a:pt x="89" y="48"/>
                  </a:cubicBezTo>
                  <a:cubicBezTo>
                    <a:pt x="92" y="48"/>
                    <a:pt x="92" y="48"/>
                    <a:pt x="92" y="48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4" y="41"/>
                    <a:pt x="94" y="41"/>
                    <a:pt x="94" y="41"/>
                  </a:cubicBezTo>
                  <a:lnTo>
                    <a:pt x="94" y="48"/>
                  </a:lnTo>
                  <a:close/>
                  <a:moveTo>
                    <a:pt x="90" y="48"/>
                  </a:moveTo>
                  <a:cubicBezTo>
                    <a:pt x="90" y="48"/>
                    <a:pt x="90" y="48"/>
                    <a:pt x="90" y="48"/>
                  </a:cubicBezTo>
                  <a:cubicBezTo>
                    <a:pt x="90" y="45"/>
                    <a:pt x="90" y="45"/>
                    <a:pt x="90" y="45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91" y="48"/>
                    <a:pt x="91" y="48"/>
                    <a:pt x="91" y="48"/>
                  </a:cubicBezTo>
                  <a:lnTo>
                    <a:pt x="90" y="48"/>
                  </a:lnTo>
                  <a:close/>
                  <a:moveTo>
                    <a:pt x="94" y="41"/>
                  </a:moveTo>
                  <a:cubicBezTo>
                    <a:pt x="94" y="41"/>
                    <a:pt x="94" y="41"/>
                    <a:pt x="94" y="41"/>
                  </a:cubicBezTo>
                  <a:cubicBezTo>
                    <a:pt x="92" y="41"/>
                    <a:pt x="92" y="41"/>
                    <a:pt x="92" y="4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3"/>
                    <a:pt x="89" y="33"/>
                    <a:pt x="89" y="33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33"/>
                    <a:pt x="87" y="33"/>
                    <a:pt x="87" y="33"/>
                  </a:cubicBezTo>
                  <a:cubicBezTo>
                    <a:pt x="94" y="33"/>
                    <a:pt x="94" y="33"/>
                    <a:pt x="94" y="33"/>
                  </a:cubicBezTo>
                  <a:lnTo>
                    <a:pt x="94" y="41"/>
                  </a:lnTo>
                  <a:close/>
                  <a:moveTo>
                    <a:pt x="96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4" y="48"/>
                    <a:pt x="94" y="48"/>
                    <a:pt x="94" y="48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48"/>
                  </a:lnTo>
                  <a:close/>
                  <a:moveTo>
                    <a:pt x="96" y="41"/>
                  </a:moveTo>
                  <a:cubicBezTo>
                    <a:pt x="96" y="41"/>
                    <a:pt x="96" y="41"/>
                    <a:pt x="96" y="41"/>
                  </a:cubicBezTo>
                  <a:cubicBezTo>
                    <a:pt x="94" y="41"/>
                    <a:pt x="94" y="41"/>
                    <a:pt x="94" y="41"/>
                  </a:cubicBezTo>
                  <a:cubicBezTo>
                    <a:pt x="94" y="33"/>
                    <a:pt x="94" y="33"/>
                    <a:pt x="94" y="33"/>
                  </a:cubicBezTo>
                  <a:cubicBezTo>
                    <a:pt x="96" y="33"/>
                    <a:pt x="96" y="33"/>
                    <a:pt x="96" y="33"/>
                  </a:cubicBezTo>
                  <a:lnTo>
                    <a:pt x="96" y="41"/>
                  </a:lnTo>
                  <a:close/>
                  <a:moveTo>
                    <a:pt x="96" y="33"/>
                  </a:moveTo>
                  <a:cubicBezTo>
                    <a:pt x="96" y="33"/>
                    <a:pt x="96" y="33"/>
                    <a:pt x="96" y="33"/>
                  </a:cubicBezTo>
                  <a:cubicBezTo>
                    <a:pt x="98" y="34"/>
                    <a:pt x="98" y="34"/>
                    <a:pt x="98" y="34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6" y="41"/>
                    <a:pt x="96" y="41"/>
                    <a:pt x="96" y="41"/>
                  </a:cubicBezTo>
                  <a:lnTo>
                    <a:pt x="96" y="33"/>
                  </a:lnTo>
                  <a:close/>
                  <a:moveTo>
                    <a:pt x="101" y="48"/>
                  </a:moveTo>
                  <a:cubicBezTo>
                    <a:pt x="101" y="48"/>
                    <a:pt x="101" y="48"/>
                    <a:pt x="101" y="48"/>
                  </a:cubicBezTo>
                  <a:cubicBezTo>
                    <a:pt x="96" y="48"/>
                    <a:pt x="96" y="48"/>
                    <a:pt x="96" y="48"/>
                  </a:cubicBezTo>
                  <a:cubicBezTo>
                    <a:pt x="96" y="41"/>
                    <a:pt x="96" y="41"/>
                    <a:pt x="96" y="41"/>
                  </a:cubicBezTo>
                  <a:cubicBezTo>
                    <a:pt x="98" y="41"/>
                    <a:pt x="98" y="41"/>
                    <a:pt x="98" y="41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9" y="48"/>
                    <a:pt x="99" y="48"/>
                    <a:pt x="99" y="48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101" y="41"/>
                    <a:pt x="101" y="41"/>
                    <a:pt x="101" y="41"/>
                  </a:cubicBezTo>
                  <a:lnTo>
                    <a:pt x="101" y="48"/>
                  </a:lnTo>
                  <a:close/>
                  <a:moveTo>
                    <a:pt x="101" y="41"/>
                  </a:moveTo>
                  <a:cubicBezTo>
                    <a:pt x="101" y="41"/>
                    <a:pt x="101" y="41"/>
                    <a:pt x="101" y="41"/>
                  </a:cubicBezTo>
                  <a:cubicBezTo>
                    <a:pt x="99" y="41"/>
                    <a:pt x="99" y="41"/>
                    <a:pt x="99" y="41"/>
                  </a:cubicBezTo>
                  <a:cubicBezTo>
                    <a:pt x="99" y="34"/>
                    <a:pt x="99" y="34"/>
                    <a:pt x="99" y="34"/>
                  </a:cubicBezTo>
                  <a:cubicBezTo>
                    <a:pt x="101" y="34"/>
                    <a:pt x="101" y="34"/>
                    <a:pt x="101" y="34"/>
                  </a:cubicBezTo>
                  <a:lnTo>
                    <a:pt x="101" y="41"/>
                  </a:lnTo>
                  <a:close/>
                  <a:moveTo>
                    <a:pt x="103" y="48"/>
                  </a:moveTo>
                  <a:cubicBezTo>
                    <a:pt x="103" y="48"/>
                    <a:pt x="103" y="48"/>
                    <a:pt x="103" y="48"/>
                  </a:cubicBezTo>
                  <a:cubicBezTo>
                    <a:pt x="101" y="48"/>
                    <a:pt x="101" y="48"/>
                    <a:pt x="101" y="48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3" y="41"/>
                    <a:pt x="103" y="41"/>
                    <a:pt x="103" y="41"/>
                  </a:cubicBezTo>
                  <a:lnTo>
                    <a:pt x="103" y="48"/>
                  </a:lnTo>
                  <a:close/>
                  <a:moveTo>
                    <a:pt x="103" y="41"/>
                  </a:moveTo>
                  <a:cubicBezTo>
                    <a:pt x="103" y="41"/>
                    <a:pt x="103" y="41"/>
                    <a:pt x="103" y="41"/>
                  </a:cubicBezTo>
                  <a:cubicBezTo>
                    <a:pt x="101" y="41"/>
                    <a:pt x="101" y="41"/>
                    <a:pt x="101" y="41"/>
                  </a:cubicBezTo>
                  <a:cubicBezTo>
                    <a:pt x="101" y="34"/>
                    <a:pt x="101" y="34"/>
                    <a:pt x="101" y="34"/>
                  </a:cubicBezTo>
                  <a:cubicBezTo>
                    <a:pt x="103" y="34"/>
                    <a:pt x="103" y="34"/>
                    <a:pt x="103" y="34"/>
                  </a:cubicBezTo>
                  <a:lnTo>
                    <a:pt x="103" y="41"/>
                  </a:lnTo>
                  <a:close/>
                  <a:moveTo>
                    <a:pt x="105" y="48"/>
                  </a:moveTo>
                  <a:cubicBezTo>
                    <a:pt x="105" y="48"/>
                    <a:pt x="105" y="48"/>
                    <a:pt x="105" y="48"/>
                  </a:cubicBezTo>
                  <a:cubicBezTo>
                    <a:pt x="103" y="48"/>
                    <a:pt x="103" y="48"/>
                    <a:pt x="103" y="48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5" y="41"/>
                    <a:pt x="105" y="41"/>
                    <a:pt x="105" y="41"/>
                  </a:cubicBezTo>
                  <a:lnTo>
                    <a:pt x="105" y="48"/>
                  </a:lnTo>
                  <a:close/>
                  <a:moveTo>
                    <a:pt x="105" y="41"/>
                  </a:moveTo>
                  <a:cubicBezTo>
                    <a:pt x="105" y="41"/>
                    <a:pt x="105" y="41"/>
                    <a:pt x="105" y="41"/>
                  </a:cubicBezTo>
                  <a:cubicBezTo>
                    <a:pt x="103" y="41"/>
                    <a:pt x="103" y="41"/>
                    <a:pt x="103" y="41"/>
                  </a:cubicBezTo>
                  <a:cubicBezTo>
                    <a:pt x="103" y="34"/>
                    <a:pt x="103" y="34"/>
                    <a:pt x="103" y="34"/>
                  </a:cubicBezTo>
                  <a:cubicBezTo>
                    <a:pt x="105" y="34"/>
                    <a:pt x="105" y="34"/>
                    <a:pt x="105" y="34"/>
                  </a:cubicBezTo>
                  <a:lnTo>
                    <a:pt x="105" y="41"/>
                  </a:lnTo>
                  <a:close/>
                  <a:moveTo>
                    <a:pt x="107" y="48"/>
                  </a:moveTo>
                  <a:cubicBezTo>
                    <a:pt x="107" y="48"/>
                    <a:pt x="107" y="48"/>
                    <a:pt x="107" y="48"/>
                  </a:cubicBezTo>
                  <a:cubicBezTo>
                    <a:pt x="105" y="48"/>
                    <a:pt x="105" y="48"/>
                    <a:pt x="105" y="48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7" y="41"/>
                    <a:pt x="107" y="41"/>
                    <a:pt x="107" y="41"/>
                  </a:cubicBezTo>
                  <a:lnTo>
                    <a:pt x="107" y="48"/>
                  </a:lnTo>
                  <a:close/>
                  <a:moveTo>
                    <a:pt x="107" y="41"/>
                  </a:moveTo>
                  <a:cubicBezTo>
                    <a:pt x="107" y="41"/>
                    <a:pt x="107" y="41"/>
                    <a:pt x="107" y="41"/>
                  </a:cubicBezTo>
                  <a:cubicBezTo>
                    <a:pt x="105" y="41"/>
                    <a:pt x="105" y="41"/>
                    <a:pt x="105" y="41"/>
                  </a:cubicBezTo>
                  <a:cubicBezTo>
                    <a:pt x="105" y="34"/>
                    <a:pt x="105" y="34"/>
                    <a:pt x="105" y="34"/>
                  </a:cubicBezTo>
                  <a:cubicBezTo>
                    <a:pt x="107" y="34"/>
                    <a:pt x="107" y="34"/>
                    <a:pt x="107" y="34"/>
                  </a:cubicBezTo>
                  <a:lnTo>
                    <a:pt x="107" y="41"/>
                  </a:lnTo>
                  <a:close/>
                  <a:moveTo>
                    <a:pt x="109" y="48"/>
                  </a:moveTo>
                  <a:cubicBezTo>
                    <a:pt x="109" y="48"/>
                    <a:pt x="109" y="48"/>
                    <a:pt x="109" y="48"/>
                  </a:cubicBezTo>
                  <a:cubicBezTo>
                    <a:pt x="107" y="48"/>
                    <a:pt x="107" y="48"/>
                    <a:pt x="107" y="48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9" y="41"/>
                    <a:pt x="109" y="41"/>
                    <a:pt x="109" y="41"/>
                  </a:cubicBezTo>
                  <a:lnTo>
                    <a:pt x="109" y="48"/>
                  </a:lnTo>
                  <a:close/>
                  <a:moveTo>
                    <a:pt x="109" y="41"/>
                  </a:moveTo>
                  <a:cubicBezTo>
                    <a:pt x="109" y="41"/>
                    <a:pt x="109" y="41"/>
                    <a:pt x="109" y="41"/>
                  </a:cubicBezTo>
                  <a:cubicBezTo>
                    <a:pt x="107" y="41"/>
                    <a:pt x="107" y="41"/>
                    <a:pt x="107" y="41"/>
                  </a:cubicBezTo>
                  <a:cubicBezTo>
                    <a:pt x="107" y="34"/>
                    <a:pt x="107" y="34"/>
                    <a:pt x="107" y="34"/>
                  </a:cubicBezTo>
                  <a:cubicBezTo>
                    <a:pt x="109" y="34"/>
                    <a:pt x="109" y="34"/>
                    <a:pt x="109" y="34"/>
                  </a:cubicBezTo>
                  <a:lnTo>
                    <a:pt x="109" y="41"/>
                  </a:ln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2" y="48"/>
                    <a:pt x="112" y="48"/>
                    <a:pt x="112" y="48"/>
                  </a:cubicBezTo>
                  <a:close/>
                  <a:moveTo>
                    <a:pt x="112" y="48"/>
                  </a:moveTo>
                  <a:cubicBezTo>
                    <a:pt x="112" y="48"/>
                    <a:pt x="112" y="48"/>
                    <a:pt x="112" y="48"/>
                  </a:cubicBezTo>
                  <a:cubicBezTo>
                    <a:pt x="110" y="48"/>
                    <a:pt x="110" y="48"/>
                    <a:pt x="110" y="48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2" y="41"/>
                    <a:pt x="112" y="41"/>
                    <a:pt x="112" y="41"/>
                  </a:cubicBezTo>
                  <a:lnTo>
                    <a:pt x="112" y="48"/>
                  </a:lnTo>
                  <a:close/>
                  <a:moveTo>
                    <a:pt x="112" y="41"/>
                  </a:moveTo>
                  <a:cubicBezTo>
                    <a:pt x="112" y="41"/>
                    <a:pt x="112" y="41"/>
                    <a:pt x="112" y="41"/>
                  </a:cubicBezTo>
                  <a:cubicBezTo>
                    <a:pt x="110" y="41"/>
                    <a:pt x="110" y="41"/>
                    <a:pt x="110" y="41"/>
                  </a:cubicBezTo>
                  <a:cubicBezTo>
                    <a:pt x="110" y="34"/>
                    <a:pt x="110" y="34"/>
                    <a:pt x="110" y="34"/>
                  </a:cubicBezTo>
                  <a:cubicBezTo>
                    <a:pt x="112" y="34"/>
                    <a:pt x="112" y="34"/>
                    <a:pt x="112" y="34"/>
                  </a:cubicBezTo>
                  <a:lnTo>
                    <a:pt x="112" y="41"/>
                  </a:ln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4" y="48"/>
                    <a:pt x="114" y="48"/>
                    <a:pt x="114" y="48"/>
                  </a:cubicBezTo>
                  <a:close/>
                  <a:moveTo>
                    <a:pt x="114" y="48"/>
                  </a:moveTo>
                  <a:cubicBezTo>
                    <a:pt x="114" y="48"/>
                    <a:pt x="114" y="48"/>
                    <a:pt x="114" y="48"/>
                  </a:cubicBezTo>
                  <a:cubicBezTo>
                    <a:pt x="112" y="48"/>
                    <a:pt x="112" y="48"/>
                    <a:pt x="112" y="48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4" y="41"/>
                    <a:pt x="114" y="41"/>
                    <a:pt x="114" y="41"/>
                  </a:cubicBezTo>
                  <a:lnTo>
                    <a:pt x="114" y="48"/>
                  </a:lnTo>
                  <a:close/>
                  <a:moveTo>
                    <a:pt x="114" y="41"/>
                  </a:moveTo>
                  <a:cubicBezTo>
                    <a:pt x="114" y="41"/>
                    <a:pt x="114" y="41"/>
                    <a:pt x="114" y="41"/>
                  </a:cubicBezTo>
                  <a:cubicBezTo>
                    <a:pt x="112" y="41"/>
                    <a:pt x="112" y="41"/>
                    <a:pt x="112" y="41"/>
                  </a:cubicBezTo>
                  <a:cubicBezTo>
                    <a:pt x="112" y="34"/>
                    <a:pt x="112" y="34"/>
                    <a:pt x="112" y="34"/>
                  </a:cubicBezTo>
                  <a:cubicBezTo>
                    <a:pt x="114" y="34"/>
                    <a:pt x="114" y="34"/>
                    <a:pt x="114" y="34"/>
                  </a:cubicBezTo>
                  <a:lnTo>
                    <a:pt x="114" y="41"/>
                  </a:ln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6" y="48"/>
                    <a:pt x="116" y="48"/>
                    <a:pt x="116" y="48"/>
                  </a:cubicBezTo>
                  <a:close/>
                  <a:moveTo>
                    <a:pt x="116" y="48"/>
                  </a:moveTo>
                  <a:cubicBezTo>
                    <a:pt x="116" y="48"/>
                    <a:pt x="116" y="48"/>
                    <a:pt x="116" y="48"/>
                  </a:cubicBezTo>
                  <a:cubicBezTo>
                    <a:pt x="114" y="48"/>
                    <a:pt x="114" y="48"/>
                    <a:pt x="114" y="48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6" y="41"/>
                    <a:pt x="116" y="41"/>
                    <a:pt x="116" y="41"/>
                  </a:cubicBezTo>
                  <a:lnTo>
                    <a:pt x="116" y="48"/>
                  </a:lnTo>
                  <a:close/>
                  <a:moveTo>
                    <a:pt x="116" y="41"/>
                  </a:moveTo>
                  <a:cubicBezTo>
                    <a:pt x="116" y="41"/>
                    <a:pt x="116" y="41"/>
                    <a:pt x="116" y="41"/>
                  </a:cubicBezTo>
                  <a:cubicBezTo>
                    <a:pt x="114" y="41"/>
                    <a:pt x="114" y="41"/>
                    <a:pt x="114" y="41"/>
                  </a:cubicBezTo>
                  <a:cubicBezTo>
                    <a:pt x="114" y="34"/>
                    <a:pt x="114" y="34"/>
                    <a:pt x="114" y="34"/>
                  </a:cubicBezTo>
                  <a:cubicBezTo>
                    <a:pt x="116" y="34"/>
                    <a:pt x="116" y="34"/>
                    <a:pt x="116" y="34"/>
                  </a:cubicBezTo>
                  <a:lnTo>
                    <a:pt x="116" y="41"/>
                  </a:ln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7" y="48"/>
                    <a:pt x="117" y="48"/>
                    <a:pt x="117" y="48"/>
                  </a:cubicBezTo>
                  <a:close/>
                  <a:moveTo>
                    <a:pt x="117" y="48"/>
                  </a:moveTo>
                  <a:cubicBezTo>
                    <a:pt x="117" y="48"/>
                    <a:pt x="117" y="48"/>
                    <a:pt x="117" y="48"/>
                  </a:cubicBezTo>
                  <a:cubicBezTo>
                    <a:pt x="116" y="48"/>
                    <a:pt x="116" y="48"/>
                    <a:pt x="116" y="48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7" y="41"/>
                    <a:pt x="117" y="41"/>
                    <a:pt x="117" y="41"/>
                  </a:cubicBezTo>
                  <a:lnTo>
                    <a:pt x="117" y="48"/>
                  </a:lnTo>
                  <a:close/>
                  <a:moveTo>
                    <a:pt x="117" y="34"/>
                  </a:moveTo>
                  <a:cubicBezTo>
                    <a:pt x="117" y="34"/>
                    <a:pt x="117" y="34"/>
                    <a:pt x="117" y="34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6" y="41"/>
                    <a:pt x="116" y="41"/>
                    <a:pt x="116" y="41"/>
                  </a:cubicBezTo>
                  <a:cubicBezTo>
                    <a:pt x="116" y="34"/>
                    <a:pt x="116" y="34"/>
                    <a:pt x="116" y="34"/>
                  </a:cubicBezTo>
                  <a:cubicBezTo>
                    <a:pt x="117" y="34"/>
                    <a:pt x="117" y="34"/>
                    <a:pt x="117" y="34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9" y="48"/>
                    <a:pt x="119" y="48"/>
                    <a:pt x="119" y="48"/>
                  </a:cubicBezTo>
                  <a:close/>
                  <a:moveTo>
                    <a:pt x="119" y="48"/>
                  </a:moveTo>
                  <a:cubicBezTo>
                    <a:pt x="119" y="48"/>
                    <a:pt x="119" y="48"/>
                    <a:pt x="119" y="48"/>
                  </a:cubicBezTo>
                  <a:cubicBezTo>
                    <a:pt x="117" y="48"/>
                    <a:pt x="117" y="48"/>
                    <a:pt x="117" y="48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9" y="41"/>
                    <a:pt x="119" y="41"/>
                    <a:pt x="119" y="41"/>
                  </a:cubicBezTo>
                  <a:lnTo>
                    <a:pt x="119" y="48"/>
                  </a:lnTo>
                  <a:close/>
                  <a:moveTo>
                    <a:pt x="119" y="41"/>
                  </a:moveTo>
                  <a:cubicBezTo>
                    <a:pt x="119" y="41"/>
                    <a:pt x="119" y="41"/>
                    <a:pt x="119" y="41"/>
                  </a:cubicBezTo>
                  <a:cubicBezTo>
                    <a:pt x="117" y="41"/>
                    <a:pt x="117" y="41"/>
                    <a:pt x="117" y="41"/>
                  </a:cubicBezTo>
                  <a:cubicBezTo>
                    <a:pt x="117" y="34"/>
                    <a:pt x="117" y="34"/>
                    <a:pt x="117" y="34"/>
                  </a:cubicBezTo>
                  <a:cubicBezTo>
                    <a:pt x="119" y="34"/>
                    <a:pt x="119" y="34"/>
                    <a:pt x="119" y="34"/>
                  </a:cubicBezTo>
                  <a:cubicBezTo>
                    <a:pt x="119" y="34"/>
                    <a:pt x="119" y="34"/>
                    <a:pt x="119" y="34"/>
                  </a:cubicBezTo>
                  <a:lnTo>
                    <a:pt x="119" y="41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20" y="48"/>
                    <a:pt x="120" y="48"/>
                    <a:pt x="120" y="48"/>
                  </a:cubicBez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19" y="48"/>
                    <a:pt x="119" y="48"/>
                    <a:pt x="119" y="48"/>
                  </a:cubicBezTo>
                  <a:cubicBezTo>
                    <a:pt x="119" y="41"/>
                    <a:pt x="119" y="41"/>
                    <a:pt x="119" y="41"/>
                  </a:cubicBezTo>
                  <a:cubicBezTo>
                    <a:pt x="120" y="41"/>
                    <a:pt x="120" y="41"/>
                    <a:pt x="120" y="41"/>
                  </a:cubicBezTo>
                  <a:lnTo>
                    <a:pt x="120" y="48"/>
                  </a:lnTo>
                  <a:close/>
                  <a:moveTo>
                    <a:pt x="143" y="18"/>
                  </a:moveTo>
                  <a:cubicBezTo>
                    <a:pt x="143" y="18"/>
                    <a:pt x="143" y="18"/>
                    <a:pt x="143" y="18"/>
                  </a:cubicBezTo>
                  <a:cubicBezTo>
                    <a:pt x="145" y="18"/>
                    <a:pt x="145" y="18"/>
                    <a:pt x="145" y="18"/>
                  </a:cubicBezTo>
                  <a:cubicBezTo>
                    <a:pt x="145" y="19"/>
                    <a:pt x="145" y="19"/>
                    <a:pt x="145" y="19"/>
                  </a:cubicBezTo>
                  <a:cubicBezTo>
                    <a:pt x="145" y="19"/>
                    <a:pt x="146" y="19"/>
                    <a:pt x="146" y="19"/>
                  </a:cubicBezTo>
                  <a:cubicBezTo>
                    <a:pt x="146" y="19"/>
                    <a:pt x="146" y="19"/>
                    <a:pt x="146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47" y="19"/>
                    <a:pt x="147" y="19"/>
                    <a:pt x="147" y="19"/>
                  </a:cubicBezTo>
                  <a:cubicBezTo>
                    <a:pt x="152" y="20"/>
                    <a:pt x="153" y="21"/>
                    <a:pt x="153" y="21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9"/>
                    <a:pt x="153" y="29"/>
                    <a:pt x="153" y="29"/>
                  </a:cubicBezTo>
                  <a:cubicBezTo>
                    <a:pt x="153" y="21"/>
                    <a:pt x="153" y="21"/>
                    <a:pt x="153" y="21"/>
                  </a:cubicBezTo>
                  <a:cubicBezTo>
                    <a:pt x="153" y="21"/>
                    <a:pt x="150" y="20"/>
                    <a:pt x="146" y="20"/>
                  </a:cubicBezTo>
                  <a:cubicBezTo>
                    <a:pt x="143" y="20"/>
                    <a:pt x="140" y="21"/>
                    <a:pt x="140" y="21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39" y="29"/>
                    <a:pt x="139" y="29"/>
                    <a:pt x="139" y="29"/>
                  </a:cubicBezTo>
                  <a:cubicBezTo>
                    <a:pt x="140" y="21"/>
                    <a:pt x="140" y="21"/>
                    <a:pt x="140" y="21"/>
                  </a:cubicBezTo>
                  <a:cubicBezTo>
                    <a:pt x="140" y="21"/>
                    <a:pt x="141" y="20"/>
                    <a:pt x="143" y="20"/>
                  </a:cubicBezTo>
                  <a:lnTo>
                    <a:pt x="143" y="18"/>
                  </a:lnTo>
                  <a:close/>
                  <a:moveTo>
                    <a:pt x="142" y="31"/>
                  </a:moveTo>
                  <a:cubicBezTo>
                    <a:pt x="142" y="31"/>
                    <a:pt x="142" y="31"/>
                    <a:pt x="142" y="31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2" y="31"/>
                  </a:lnTo>
                  <a:close/>
                  <a:moveTo>
                    <a:pt x="141" y="20"/>
                  </a:moveTo>
                  <a:cubicBezTo>
                    <a:pt x="141" y="20"/>
                    <a:pt x="141" y="20"/>
                    <a:pt x="141" y="20"/>
                  </a:cubicBezTo>
                  <a:cubicBezTo>
                    <a:pt x="141" y="18"/>
                    <a:pt x="141" y="18"/>
                    <a:pt x="141" y="18"/>
                  </a:cubicBezTo>
                  <a:cubicBezTo>
                    <a:pt x="141" y="20"/>
                    <a:pt x="141" y="20"/>
                    <a:pt x="141" y="20"/>
                  </a:cubicBezTo>
                  <a:close/>
                  <a:moveTo>
                    <a:pt x="140" y="15"/>
                  </a:moveTo>
                  <a:cubicBezTo>
                    <a:pt x="140" y="15"/>
                    <a:pt x="140" y="15"/>
                    <a:pt x="140" y="15"/>
                  </a:cubicBezTo>
                  <a:cubicBezTo>
                    <a:pt x="141" y="15"/>
                    <a:pt x="141" y="15"/>
                    <a:pt x="141" y="15"/>
                  </a:cubicBezTo>
                  <a:cubicBezTo>
                    <a:pt x="141" y="17"/>
                    <a:pt x="141" y="17"/>
                    <a:pt x="141" y="17"/>
                  </a:cubicBezTo>
                  <a:cubicBezTo>
                    <a:pt x="140" y="17"/>
                    <a:pt x="140" y="17"/>
                    <a:pt x="140" y="17"/>
                  </a:cubicBezTo>
                  <a:lnTo>
                    <a:pt x="140" y="15"/>
                  </a:lnTo>
                  <a:close/>
                  <a:moveTo>
                    <a:pt x="129" y="21"/>
                  </a:moveTo>
                  <a:cubicBezTo>
                    <a:pt x="129" y="21"/>
                    <a:pt x="129" y="21"/>
                    <a:pt x="129" y="21"/>
                  </a:cubicBezTo>
                  <a:cubicBezTo>
                    <a:pt x="129" y="19"/>
                    <a:pt x="129" y="19"/>
                    <a:pt x="129" y="19"/>
                  </a:cubicBezTo>
                  <a:cubicBezTo>
                    <a:pt x="131" y="19"/>
                    <a:pt x="131" y="19"/>
                    <a:pt x="131" y="19"/>
                  </a:cubicBezTo>
                  <a:cubicBezTo>
                    <a:pt x="131" y="20"/>
                    <a:pt x="131" y="20"/>
                    <a:pt x="131" y="20"/>
                  </a:cubicBezTo>
                  <a:cubicBezTo>
                    <a:pt x="132" y="19"/>
                    <a:pt x="133" y="19"/>
                    <a:pt x="134" y="19"/>
                  </a:cubicBezTo>
                  <a:cubicBezTo>
                    <a:pt x="134" y="17"/>
                    <a:pt x="134" y="17"/>
                    <a:pt x="134" y="17"/>
                  </a:cubicBezTo>
                  <a:cubicBezTo>
                    <a:pt x="135" y="17"/>
                    <a:pt x="135" y="17"/>
                    <a:pt x="135" y="17"/>
                  </a:cubicBezTo>
                  <a:cubicBezTo>
                    <a:pt x="135" y="18"/>
                    <a:pt x="135" y="18"/>
                    <a:pt x="135" y="18"/>
                  </a:cubicBezTo>
                  <a:cubicBezTo>
                    <a:pt x="139" y="18"/>
                    <a:pt x="141" y="18"/>
                    <a:pt x="141" y="18"/>
                  </a:cubicBezTo>
                  <a:cubicBezTo>
                    <a:pt x="141" y="18"/>
                    <a:pt x="137" y="18"/>
                    <a:pt x="133" y="19"/>
                  </a:cubicBezTo>
                  <a:cubicBezTo>
                    <a:pt x="129" y="21"/>
                    <a:pt x="129" y="22"/>
                    <a:pt x="129" y="22"/>
                  </a:cubicBezTo>
                  <a:cubicBezTo>
                    <a:pt x="127" y="31"/>
                    <a:pt x="127" y="31"/>
                    <a:pt x="127" y="31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7" y="22"/>
                    <a:pt x="127" y="22"/>
                    <a:pt x="127" y="22"/>
                  </a:cubicBezTo>
                  <a:cubicBezTo>
                    <a:pt x="127" y="20"/>
                    <a:pt x="127" y="20"/>
                    <a:pt x="127" y="20"/>
                  </a:cubicBezTo>
                  <a:cubicBezTo>
                    <a:pt x="128" y="20"/>
                    <a:pt x="128" y="20"/>
                    <a:pt x="128" y="20"/>
                  </a:cubicBezTo>
                  <a:cubicBezTo>
                    <a:pt x="128" y="22"/>
                    <a:pt x="128" y="22"/>
                    <a:pt x="128" y="22"/>
                  </a:cubicBezTo>
                  <a:cubicBezTo>
                    <a:pt x="128" y="21"/>
                    <a:pt x="129" y="21"/>
                    <a:pt x="129" y="21"/>
                  </a:cubicBezTo>
                  <a:close/>
                  <a:moveTo>
                    <a:pt x="137" y="31"/>
                  </a:moveTo>
                  <a:cubicBezTo>
                    <a:pt x="137" y="31"/>
                    <a:pt x="137" y="31"/>
                    <a:pt x="137" y="31"/>
                  </a:cubicBezTo>
                  <a:cubicBezTo>
                    <a:pt x="137" y="32"/>
                    <a:pt x="137" y="32"/>
                    <a:pt x="137" y="32"/>
                  </a:cubicBezTo>
                  <a:cubicBezTo>
                    <a:pt x="136" y="32"/>
                    <a:pt x="136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lnTo>
                    <a:pt x="137" y="31"/>
                  </a:lnTo>
                  <a:close/>
                  <a:moveTo>
                    <a:pt x="135" y="32"/>
                  </a:moveTo>
                  <a:cubicBezTo>
                    <a:pt x="135" y="32"/>
                    <a:pt x="135" y="32"/>
                    <a:pt x="135" y="32"/>
                  </a:cubicBezTo>
                  <a:cubicBezTo>
                    <a:pt x="135" y="32"/>
                    <a:pt x="135" y="32"/>
                    <a:pt x="135" y="32"/>
                  </a:cubicBezTo>
                  <a:cubicBezTo>
                    <a:pt x="135" y="33"/>
                    <a:pt x="134" y="33"/>
                    <a:pt x="134" y="33"/>
                  </a:cubicBezTo>
                  <a:cubicBezTo>
                    <a:pt x="134" y="32"/>
                    <a:pt x="134" y="32"/>
                    <a:pt x="134" y="32"/>
                  </a:cubicBezTo>
                  <a:lnTo>
                    <a:pt x="135" y="32"/>
                  </a:lnTo>
                  <a:close/>
                  <a:moveTo>
                    <a:pt x="134" y="32"/>
                  </a:moveTo>
                  <a:cubicBezTo>
                    <a:pt x="134" y="32"/>
                    <a:pt x="134" y="32"/>
                    <a:pt x="134" y="32"/>
                  </a:cubicBezTo>
                  <a:cubicBezTo>
                    <a:pt x="134" y="33"/>
                    <a:pt x="134" y="33"/>
                    <a:pt x="134" y="33"/>
                  </a:cubicBezTo>
                  <a:cubicBezTo>
                    <a:pt x="133" y="33"/>
                    <a:pt x="133" y="33"/>
                    <a:pt x="133" y="33"/>
                  </a:cubicBezTo>
                  <a:cubicBezTo>
                    <a:pt x="133" y="33"/>
                    <a:pt x="133" y="33"/>
                    <a:pt x="132" y="33"/>
                  </a:cubicBezTo>
                  <a:cubicBezTo>
                    <a:pt x="132" y="32"/>
                    <a:pt x="132" y="32"/>
                    <a:pt x="132" y="32"/>
                  </a:cubicBezTo>
                  <a:lnTo>
                    <a:pt x="134" y="32"/>
                  </a:lnTo>
                  <a:close/>
                  <a:moveTo>
                    <a:pt x="131" y="32"/>
                  </a:moveTo>
                  <a:cubicBezTo>
                    <a:pt x="131" y="32"/>
                    <a:pt x="131" y="32"/>
                    <a:pt x="131" y="32"/>
                  </a:cubicBezTo>
                  <a:cubicBezTo>
                    <a:pt x="131" y="33"/>
                    <a:pt x="131" y="33"/>
                    <a:pt x="131" y="33"/>
                  </a:cubicBezTo>
                  <a:cubicBezTo>
                    <a:pt x="130" y="33"/>
                    <a:pt x="130" y="33"/>
                    <a:pt x="129" y="33"/>
                  </a:cubicBezTo>
                  <a:cubicBezTo>
                    <a:pt x="129" y="32"/>
                    <a:pt x="129" y="32"/>
                    <a:pt x="129" y="32"/>
                  </a:cubicBezTo>
                  <a:cubicBezTo>
                    <a:pt x="132" y="32"/>
                    <a:pt x="132" y="32"/>
                    <a:pt x="132" y="32"/>
                  </a:cubicBezTo>
                  <a:cubicBezTo>
                    <a:pt x="132" y="33"/>
                    <a:pt x="132" y="33"/>
                    <a:pt x="132" y="33"/>
                  </a:cubicBezTo>
                  <a:cubicBezTo>
                    <a:pt x="132" y="33"/>
                    <a:pt x="131" y="33"/>
                    <a:pt x="131" y="33"/>
                  </a:cubicBezTo>
                  <a:cubicBezTo>
                    <a:pt x="131" y="32"/>
                    <a:pt x="131" y="32"/>
                    <a:pt x="131" y="32"/>
                  </a:cubicBezTo>
                  <a:close/>
                  <a:moveTo>
                    <a:pt x="129" y="32"/>
                  </a:moveTo>
                  <a:cubicBezTo>
                    <a:pt x="129" y="32"/>
                    <a:pt x="129" y="32"/>
                    <a:pt x="129" y="32"/>
                  </a:cubicBezTo>
                  <a:cubicBezTo>
                    <a:pt x="129" y="33"/>
                    <a:pt x="129" y="33"/>
                    <a:pt x="129" y="33"/>
                  </a:cubicBezTo>
                  <a:cubicBezTo>
                    <a:pt x="129" y="33"/>
                    <a:pt x="128" y="33"/>
                    <a:pt x="128" y="33"/>
                  </a:cubicBezTo>
                  <a:cubicBezTo>
                    <a:pt x="128" y="32"/>
                    <a:pt x="128" y="32"/>
                    <a:pt x="128" y="32"/>
                  </a:cubicBezTo>
                  <a:lnTo>
                    <a:pt x="129" y="32"/>
                  </a:lnTo>
                  <a:close/>
                  <a:moveTo>
                    <a:pt x="125" y="31"/>
                  </a:moveTo>
                  <a:cubicBezTo>
                    <a:pt x="125" y="31"/>
                    <a:pt x="125" y="31"/>
                    <a:pt x="125" y="31"/>
                  </a:cubicBezTo>
                  <a:cubicBezTo>
                    <a:pt x="125" y="30"/>
                    <a:pt x="125" y="30"/>
                    <a:pt x="125" y="30"/>
                  </a:cubicBezTo>
                  <a:cubicBezTo>
                    <a:pt x="127" y="30"/>
                    <a:pt x="127" y="30"/>
                    <a:pt x="127" y="30"/>
                  </a:cubicBezTo>
                  <a:cubicBezTo>
                    <a:pt x="127" y="31"/>
                    <a:pt x="127" y="31"/>
                    <a:pt x="127" y="31"/>
                  </a:cubicBezTo>
                  <a:lnTo>
                    <a:pt x="125" y="31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7" y="36"/>
                    <a:pt x="127" y="36"/>
                    <a:pt x="127" y="36"/>
                  </a:cubicBezTo>
                  <a:cubicBezTo>
                    <a:pt x="127" y="37"/>
                    <a:pt x="126" y="38"/>
                    <a:pt x="126" y="40"/>
                  </a:cubicBezTo>
                  <a:cubicBezTo>
                    <a:pt x="126" y="40"/>
                    <a:pt x="126" y="40"/>
                    <a:pt x="126" y="41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7" y="32"/>
                  </a:lnTo>
                  <a:close/>
                  <a:moveTo>
                    <a:pt x="127" y="32"/>
                  </a:moveTo>
                  <a:cubicBezTo>
                    <a:pt x="127" y="32"/>
                    <a:pt x="127" y="32"/>
                    <a:pt x="127" y="32"/>
                  </a:cubicBezTo>
                  <a:cubicBezTo>
                    <a:pt x="128" y="32"/>
                    <a:pt x="128" y="32"/>
                    <a:pt x="128" y="32"/>
                  </a:cubicBezTo>
                  <a:cubicBezTo>
                    <a:pt x="128" y="33"/>
                    <a:pt x="128" y="33"/>
                    <a:pt x="128" y="33"/>
                  </a:cubicBezTo>
                  <a:cubicBezTo>
                    <a:pt x="127" y="33"/>
                    <a:pt x="127" y="33"/>
                    <a:pt x="127" y="33"/>
                  </a:cubicBezTo>
                  <a:cubicBezTo>
                    <a:pt x="127" y="33"/>
                    <a:pt x="127" y="34"/>
                    <a:pt x="127" y="35"/>
                  </a:cubicBezTo>
                  <a:lnTo>
                    <a:pt x="127" y="32"/>
                  </a:lnTo>
                  <a:close/>
                  <a:moveTo>
                    <a:pt x="126" y="15"/>
                  </a:moveTo>
                  <a:cubicBezTo>
                    <a:pt x="126" y="15"/>
                    <a:pt x="126" y="15"/>
                    <a:pt x="126" y="15"/>
                  </a:cubicBezTo>
                  <a:cubicBezTo>
                    <a:pt x="128" y="15"/>
                    <a:pt x="128" y="15"/>
                    <a:pt x="128" y="15"/>
                  </a:cubicBezTo>
                  <a:cubicBezTo>
                    <a:pt x="128" y="17"/>
                    <a:pt x="128" y="17"/>
                    <a:pt x="128" y="17"/>
                  </a:cubicBezTo>
                  <a:cubicBezTo>
                    <a:pt x="126" y="17"/>
                    <a:pt x="126" y="17"/>
                    <a:pt x="126" y="17"/>
                  </a:cubicBezTo>
                  <a:lnTo>
                    <a:pt x="126" y="15"/>
                  </a:lnTo>
                  <a:close/>
                  <a:moveTo>
                    <a:pt x="124" y="16"/>
                  </a:moveTo>
                  <a:cubicBezTo>
                    <a:pt x="124" y="16"/>
                    <a:pt x="124" y="16"/>
                    <a:pt x="124" y="16"/>
                  </a:cubicBezTo>
                  <a:cubicBezTo>
                    <a:pt x="125" y="16"/>
                    <a:pt x="125" y="16"/>
                    <a:pt x="125" y="16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24" y="18"/>
                    <a:pt x="124" y="18"/>
                    <a:pt x="124" y="18"/>
                  </a:cubicBezTo>
                  <a:lnTo>
                    <a:pt x="124" y="16"/>
                  </a:lnTo>
                  <a:close/>
                  <a:moveTo>
                    <a:pt x="123" y="20"/>
                  </a:moveTo>
                  <a:cubicBezTo>
                    <a:pt x="123" y="20"/>
                    <a:pt x="123" y="20"/>
                    <a:pt x="123" y="20"/>
                  </a:cubicBezTo>
                  <a:cubicBezTo>
                    <a:pt x="124" y="20"/>
                    <a:pt x="124" y="20"/>
                    <a:pt x="124" y="20"/>
                  </a:cubicBezTo>
                  <a:cubicBezTo>
                    <a:pt x="124" y="22"/>
                    <a:pt x="124" y="22"/>
                    <a:pt x="124" y="22"/>
                  </a:cubicBezTo>
                  <a:cubicBezTo>
                    <a:pt x="123" y="22"/>
                    <a:pt x="123" y="22"/>
                    <a:pt x="123" y="22"/>
                  </a:cubicBezTo>
                  <a:lnTo>
                    <a:pt x="123" y="20"/>
                  </a:lnTo>
                  <a:close/>
                  <a:moveTo>
                    <a:pt x="124" y="23"/>
                  </a:moveTo>
                  <a:cubicBezTo>
                    <a:pt x="124" y="23"/>
                    <a:pt x="124" y="23"/>
                    <a:pt x="124" y="23"/>
                  </a:cubicBezTo>
                  <a:cubicBezTo>
                    <a:pt x="124" y="24"/>
                    <a:pt x="124" y="24"/>
                    <a:pt x="124" y="24"/>
                  </a:cubicBezTo>
                  <a:cubicBezTo>
                    <a:pt x="123" y="24"/>
                    <a:pt x="123" y="24"/>
                    <a:pt x="123" y="24"/>
                  </a:cubicBezTo>
                  <a:cubicBezTo>
                    <a:pt x="123" y="23"/>
                    <a:pt x="123" y="23"/>
                    <a:pt x="123" y="23"/>
                  </a:cubicBezTo>
                  <a:lnTo>
                    <a:pt x="124" y="23"/>
                  </a:lnTo>
                  <a:close/>
                  <a:moveTo>
                    <a:pt x="122" y="28"/>
                  </a:moveTo>
                  <a:cubicBezTo>
                    <a:pt x="122" y="28"/>
                    <a:pt x="122" y="28"/>
                    <a:pt x="122" y="28"/>
                  </a:cubicBezTo>
                  <a:cubicBezTo>
                    <a:pt x="122" y="27"/>
                    <a:pt x="122" y="27"/>
                    <a:pt x="122" y="27"/>
                  </a:cubicBezTo>
                  <a:cubicBezTo>
                    <a:pt x="123" y="27"/>
                    <a:pt x="123" y="27"/>
                    <a:pt x="123" y="27"/>
                  </a:cubicBezTo>
                  <a:cubicBezTo>
                    <a:pt x="123" y="28"/>
                    <a:pt x="123" y="28"/>
                    <a:pt x="123" y="28"/>
                  </a:cubicBezTo>
                  <a:lnTo>
                    <a:pt x="122" y="28"/>
                  </a:lnTo>
                  <a:close/>
                  <a:moveTo>
                    <a:pt x="122" y="29"/>
                  </a:move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1" y="29"/>
                    <a:pt x="121" y="29"/>
                    <a:pt x="121" y="29"/>
                  </a:cubicBezTo>
                  <a:lnTo>
                    <a:pt x="122" y="29"/>
                  </a:lnTo>
                  <a:close/>
                  <a:moveTo>
                    <a:pt x="121" y="19"/>
                  </a:moveTo>
                  <a:cubicBezTo>
                    <a:pt x="121" y="19"/>
                    <a:pt x="121" y="19"/>
                    <a:pt x="121" y="19"/>
                  </a:cubicBezTo>
                  <a:cubicBezTo>
                    <a:pt x="122" y="19"/>
                    <a:pt x="122" y="19"/>
                    <a:pt x="122" y="19"/>
                  </a:cubicBezTo>
                  <a:cubicBezTo>
                    <a:pt x="122" y="21"/>
                    <a:pt x="122" y="21"/>
                    <a:pt x="122" y="21"/>
                  </a:cubicBezTo>
                  <a:cubicBezTo>
                    <a:pt x="121" y="21"/>
                    <a:pt x="121" y="21"/>
                    <a:pt x="121" y="21"/>
                  </a:cubicBezTo>
                  <a:lnTo>
                    <a:pt x="121" y="19"/>
                  </a:lnTo>
                  <a:close/>
                  <a:moveTo>
                    <a:pt x="120" y="18"/>
                  </a:moveTo>
                  <a:cubicBezTo>
                    <a:pt x="120" y="18"/>
                    <a:pt x="120" y="18"/>
                    <a:pt x="120" y="18"/>
                  </a:cubicBezTo>
                  <a:cubicBezTo>
                    <a:pt x="119" y="18"/>
                    <a:pt x="119" y="18"/>
                    <a:pt x="119" y="18"/>
                  </a:cubicBezTo>
                  <a:cubicBezTo>
                    <a:pt x="119" y="17"/>
                    <a:pt x="119" y="17"/>
                    <a:pt x="119" y="17"/>
                  </a:cubicBezTo>
                  <a:cubicBezTo>
                    <a:pt x="120" y="17"/>
                    <a:pt x="120" y="17"/>
                    <a:pt x="120" y="17"/>
                  </a:cubicBezTo>
                  <a:lnTo>
                    <a:pt x="120" y="18"/>
                  </a:lnTo>
                  <a:close/>
                  <a:moveTo>
                    <a:pt x="120" y="26"/>
                  </a:moveTo>
                  <a:cubicBezTo>
                    <a:pt x="120" y="26"/>
                    <a:pt x="120" y="26"/>
                    <a:pt x="120" y="26"/>
                  </a:cubicBezTo>
                  <a:cubicBezTo>
                    <a:pt x="120" y="25"/>
                    <a:pt x="120" y="25"/>
                    <a:pt x="120" y="25"/>
                  </a:cubicBezTo>
                  <a:cubicBezTo>
                    <a:pt x="121" y="25"/>
                    <a:pt x="121" y="25"/>
                    <a:pt x="121" y="25"/>
                  </a:cubicBezTo>
                  <a:cubicBezTo>
                    <a:pt x="121" y="26"/>
                    <a:pt x="121" y="26"/>
                    <a:pt x="121" y="26"/>
                  </a:cubicBezTo>
                  <a:lnTo>
                    <a:pt x="120" y="26"/>
                  </a:lnTo>
                  <a:close/>
                  <a:moveTo>
                    <a:pt x="120" y="48"/>
                  </a:moveTo>
                  <a:cubicBezTo>
                    <a:pt x="120" y="48"/>
                    <a:pt x="120" y="48"/>
                    <a:pt x="120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2" y="48"/>
                    <a:pt x="122" y="48"/>
                    <a:pt x="122" y="48"/>
                  </a:cubicBezTo>
                  <a:lnTo>
                    <a:pt x="120" y="48"/>
                  </a:lnTo>
                  <a:close/>
                  <a:moveTo>
                    <a:pt x="122" y="48"/>
                  </a:moveTo>
                  <a:cubicBezTo>
                    <a:pt x="122" y="48"/>
                    <a:pt x="122" y="48"/>
                    <a:pt x="122" y="48"/>
                  </a:cubicBezTo>
                  <a:cubicBezTo>
                    <a:pt x="120" y="48"/>
                    <a:pt x="120" y="48"/>
                    <a:pt x="120" y="48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2" y="41"/>
                    <a:pt x="122" y="41"/>
                    <a:pt x="122" y="41"/>
                  </a:cubicBezTo>
                  <a:lnTo>
                    <a:pt x="122" y="48"/>
                  </a:lnTo>
                  <a:close/>
                  <a:moveTo>
                    <a:pt x="122" y="41"/>
                  </a:moveTo>
                  <a:cubicBezTo>
                    <a:pt x="122" y="41"/>
                    <a:pt x="122" y="41"/>
                    <a:pt x="122" y="41"/>
                  </a:cubicBezTo>
                  <a:cubicBezTo>
                    <a:pt x="120" y="41"/>
                    <a:pt x="120" y="41"/>
                    <a:pt x="120" y="41"/>
                  </a:cubicBezTo>
                  <a:cubicBezTo>
                    <a:pt x="120" y="33"/>
                    <a:pt x="120" y="33"/>
                    <a:pt x="120" y="33"/>
                  </a:cubicBezTo>
                  <a:cubicBezTo>
                    <a:pt x="122" y="33"/>
                    <a:pt x="122" y="33"/>
                    <a:pt x="122" y="33"/>
                  </a:cubicBezTo>
                  <a:lnTo>
                    <a:pt x="122" y="41"/>
                  </a:lnTo>
                  <a:close/>
                  <a:moveTo>
                    <a:pt x="123" y="48"/>
                  </a:moveTo>
                  <a:cubicBezTo>
                    <a:pt x="123" y="48"/>
                    <a:pt x="123" y="48"/>
                    <a:pt x="123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2" y="48"/>
                    <a:pt x="122" y="48"/>
                    <a:pt x="122" y="48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3" y="41"/>
                    <a:pt x="123" y="41"/>
                    <a:pt x="123" y="41"/>
                  </a:cubicBezTo>
                  <a:lnTo>
                    <a:pt x="123" y="48"/>
                  </a:lnTo>
                  <a:close/>
                  <a:moveTo>
                    <a:pt x="123" y="41"/>
                  </a:moveTo>
                  <a:cubicBezTo>
                    <a:pt x="123" y="41"/>
                    <a:pt x="123" y="41"/>
                    <a:pt x="123" y="41"/>
                  </a:cubicBezTo>
                  <a:cubicBezTo>
                    <a:pt x="122" y="41"/>
                    <a:pt x="122" y="41"/>
                    <a:pt x="122" y="41"/>
                  </a:cubicBezTo>
                  <a:cubicBezTo>
                    <a:pt x="122" y="33"/>
                    <a:pt x="122" y="33"/>
                    <a:pt x="122" y="33"/>
                  </a:cubicBezTo>
                  <a:cubicBezTo>
                    <a:pt x="123" y="33"/>
                    <a:pt x="123" y="33"/>
                    <a:pt x="123" y="33"/>
                  </a:cubicBezTo>
                  <a:lnTo>
                    <a:pt x="123" y="41"/>
                  </a:lnTo>
                  <a:close/>
                  <a:moveTo>
                    <a:pt x="124" y="48"/>
                  </a:moveTo>
                  <a:cubicBezTo>
                    <a:pt x="124" y="48"/>
                    <a:pt x="124" y="48"/>
                    <a:pt x="124" y="48"/>
                  </a:cubicBezTo>
                  <a:cubicBezTo>
                    <a:pt x="123" y="48"/>
                    <a:pt x="123" y="48"/>
                    <a:pt x="123" y="48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4" y="41"/>
                    <a:pt x="124" y="41"/>
                    <a:pt x="124" y="41"/>
                  </a:cubicBezTo>
                  <a:lnTo>
                    <a:pt x="124" y="48"/>
                  </a:lnTo>
                  <a:close/>
                  <a:moveTo>
                    <a:pt x="124" y="41"/>
                  </a:moveTo>
                  <a:cubicBezTo>
                    <a:pt x="124" y="41"/>
                    <a:pt x="124" y="41"/>
                    <a:pt x="124" y="41"/>
                  </a:cubicBezTo>
                  <a:cubicBezTo>
                    <a:pt x="123" y="41"/>
                    <a:pt x="123" y="41"/>
                    <a:pt x="123" y="41"/>
                  </a:cubicBezTo>
                  <a:cubicBezTo>
                    <a:pt x="123" y="33"/>
                    <a:pt x="123" y="33"/>
                    <a:pt x="123" y="33"/>
                  </a:cubicBezTo>
                  <a:cubicBezTo>
                    <a:pt x="124" y="33"/>
                    <a:pt x="124" y="33"/>
                    <a:pt x="124" y="33"/>
                  </a:cubicBezTo>
                  <a:lnTo>
                    <a:pt x="124" y="41"/>
                  </a:lnTo>
                  <a:close/>
                  <a:moveTo>
                    <a:pt x="125" y="48"/>
                  </a:moveTo>
                  <a:cubicBezTo>
                    <a:pt x="125" y="48"/>
                    <a:pt x="125" y="48"/>
                    <a:pt x="125" y="48"/>
                  </a:cubicBezTo>
                  <a:cubicBezTo>
                    <a:pt x="124" y="48"/>
                    <a:pt x="124" y="48"/>
                    <a:pt x="124" y="48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5" y="41"/>
                    <a:pt x="125" y="41"/>
                    <a:pt x="125" y="41"/>
                  </a:cubicBezTo>
                  <a:lnTo>
                    <a:pt x="125" y="48"/>
                  </a:lnTo>
                  <a:close/>
                  <a:moveTo>
                    <a:pt x="125" y="41"/>
                  </a:moveTo>
                  <a:cubicBezTo>
                    <a:pt x="125" y="41"/>
                    <a:pt x="125" y="41"/>
                    <a:pt x="125" y="41"/>
                  </a:cubicBezTo>
                  <a:cubicBezTo>
                    <a:pt x="124" y="41"/>
                    <a:pt x="124" y="41"/>
                    <a:pt x="124" y="41"/>
                  </a:cubicBezTo>
                  <a:cubicBezTo>
                    <a:pt x="124" y="33"/>
                    <a:pt x="124" y="33"/>
                    <a:pt x="124" y="33"/>
                  </a:cubicBezTo>
                  <a:cubicBezTo>
                    <a:pt x="125" y="33"/>
                    <a:pt x="125" y="33"/>
                    <a:pt x="125" y="33"/>
                  </a:cubicBezTo>
                  <a:lnTo>
                    <a:pt x="125" y="41"/>
                  </a:lnTo>
                  <a:close/>
                  <a:moveTo>
                    <a:pt x="140" y="49"/>
                  </a:moveTo>
                  <a:cubicBezTo>
                    <a:pt x="140" y="49"/>
                    <a:pt x="140" y="49"/>
                    <a:pt x="140" y="49"/>
                  </a:cubicBezTo>
                  <a:cubicBezTo>
                    <a:pt x="125" y="48"/>
                    <a:pt x="125" y="48"/>
                    <a:pt x="125" y="48"/>
                  </a:cubicBezTo>
                  <a:cubicBezTo>
                    <a:pt x="125" y="41"/>
                    <a:pt x="125" y="41"/>
                    <a:pt x="125" y="41"/>
                  </a:cubicBezTo>
                  <a:cubicBezTo>
                    <a:pt x="126" y="41"/>
                    <a:pt x="126" y="41"/>
                    <a:pt x="126" y="41"/>
                  </a:cubicBezTo>
                  <a:cubicBezTo>
                    <a:pt x="126" y="44"/>
                    <a:pt x="126" y="48"/>
                    <a:pt x="126" y="48"/>
                  </a:cubicBezTo>
                  <a:cubicBezTo>
                    <a:pt x="126" y="48"/>
                    <a:pt x="126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8"/>
                    <a:pt x="127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9" y="48"/>
                    <a:pt x="130" y="48"/>
                    <a:pt x="131" y="49"/>
                  </a:cubicBezTo>
                  <a:cubicBezTo>
                    <a:pt x="134" y="49"/>
                    <a:pt x="139" y="49"/>
                    <a:pt x="139" y="49"/>
                  </a:cubicBezTo>
                  <a:cubicBezTo>
                    <a:pt x="139" y="49"/>
                    <a:pt x="139" y="45"/>
                    <a:pt x="139" y="42"/>
                  </a:cubicBezTo>
                  <a:cubicBezTo>
                    <a:pt x="139" y="42"/>
                    <a:pt x="139" y="41"/>
                    <a:pt x="139" y="41"/>
                  </a:cubicBezTo>
                  <a:cubicBezTo>
                    <a:pt x="140" y="40"/>
                    <a:pt x="140" y="40"/>
                    <a:pt x="140" y="40"/>
                  </a:cubicBezTo>
                  <a:lnTo>
                    <a:pt x="140" y="49"/>
                  </a:lnTo>
                  <a:close/>
                  <a:moveTo>
                    <a:pt x="140" y="40"/>
                  </a:moveTo>
                  <a:cubicBezTo>
                    <a:pt x="140" y="40"/>
                    <a:pt x="140" y="40"/>
                    <a:pt x="140" y="40"/>
                  </a:cubicBezTo>
                  <a:cubicBezTo>
                    <a:pt x="139" y="40"/>
                    <a:pt x="139" y="40"/>
                    <a:pt x="139" y="40"/>
                  </a:cubicBezTo>
                  <a:cubicBezTo>
                    <a:pt x="139" y="37"/>
                    <a:pt x="139" y="32"/>
                    <a:pt x="139" y="32"/>
                  </a:cubicBezTo>
                  <a:cubicBezTo>
                    <a:pt x="139" y="32"/>
                    <a:pt x="138" y="32"/>
                    <a:pt x="137" y="32"/>
                  </a:cubicBezTo>
                  <a:cubicBezTo>
                    <a:pt x="137" y="31"/>
                    <a:pt x="137" y="31"/>
                    <a:pt x="137" y="31"/>
                  </a:cubicBezTo>
                  <a:cubicBezTo>
                    <a:pt x="140" y="31"/>
                    <a:pt x="140" y="31"/>
                    <a:pt x="140" y="31"/>
                  </a:cubicBezTo>
                  <a:lnTo>
                    <a:pt x="140" y="40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49" y="49"/>
                    <a:pt x="149" y="49"/>
                    <a:pt x="149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0"/>
                    <a:pt x="140" y="40"/>
                    <a:pt x="140" y="40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0"/>
                    <a:pt x="142" y="40"/>
                    <a:pt x="142" y="40"/>
                  </a:cubicBezTo>
                  <a:cubicBezTo>
                    <a:pt x="143" y="40"/>
                    <a:pt x="143" y="40"/>
                    <a:pt x="143" y="40"/>
                  </a:cubicBezTo>
                  <a:cubicBezTo>
                    <a:pt x="143" y="43"/>
                    <a:pt x="143" y="49"/>
                    <a:pt x="143" y="49"/>
                  </a:cubicBezTo>
                  <a:cubicBezTo>
                    <a:pt x="143" y="49"/>
                    <a:pt x="147" y="49"/>
                    <a:pt x="148" y="49"/>
                  </a:cubicBezTo>
                  <a:cubicBezTo>
                    <a:pt x="150" y="49"/>
                    <a:pt x="154" y="49"/>
                    <a:pt x="154" y="49"/>
                  </a:cubicBezTo>
                  <a:cubicBezTo>
                    <a:pt x="154" y="49"/>
                    <a:pt x="154" y="43"/>
                    <a:pt x="154" y="40"/>
                  </a:cubicBezTo>
                  <a:cubicBezTo>
                    <a:pt x="155" y="40"/>
                    <a:pt x="155" y="40"/>
                    <a:pt x="155" y="40"/>
                  </a:cubicBezTo>
                  <a:lnTo>
                    <a:pt x="155" y="49"/>
                  </a:lnTo>
                  <a:close/>
                  <a:moveTo>
                    <a:pt x="157" y="49"/>
                  </a:moveTo>
                  <a:cubicBezTo>
                    <a:pt x="157" y="49"/>
                    <a:pt x="157" y="49"/>
                    <a:pt x="157" y="49"/>
                  </a:cubicBezTo>
                  <a:cubicBezTo>
                    <a:pt x="155" y="49"/>
                    <a:pt x="155" y="49"/>
                    <a:pt x="155" y="49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7" y="40"/>
                    <a:pt x="157" y="40"/>
                    <a:pt x="157" y="40"/>
                  </a:cubicBezTo>
                  <a:lnTo>
                    <a:pt x="157" y="49"/>
                  </a:lnTo>
                  <a:close/>
                  <a:moveTo>
                    <a:pt x="157" y="40"/>
                  </a:moveTo>
                  <a:cubicBezTo>
                    <a:pt x="157" y="40"/>
                    <a:pt x="157" y="40"/>
                    <a:pt x="157" y="40"/>
                  </a:cubicBezTo>
                  <a:cubicBezTo>
                    <a:pt x="155" y="40"/>
                    <a:pt x="155" y="40"/>
                    <a:pt x="155" y="40"/>
                  </a:cubicBezTo>
                  <a:cubicBezTo>
                    <a:pt x="155" y="32"/>
                    <a:pt x="155" y="32"/>
                    <a:pt x="155" y="32"/>
                  </a:cubicBezTo>
                  <a:cubicBezTo>
                    <a:pt x="156" y="33"/>
                    <a:pt x="156" y="33"/>
                    <a:pt x="156" y="33"/>
                  </a:cubicBezTo>
                  <a:cubicBezTo>
                    <a:pt x="156" y="33"/>
                    <a:pt x="156" y="33"/>
                    <a:pt x="157" y="34"/>
                  </a:cubicBezTo>
                  <a:lnTo>
                    <a:pt x="157" y="40"/>
                  </a:lnTo>
                  <a:close/>
                  <a:moveTo>
                    <a:pt x="162" y="39"/>
                  </a:moveTo>
                  <a:cubicBezTo>
                    <a:pt x="162" y="39"/>
                    <a:pt x="162" y="39"/>
                    <a:pt x="162" y="39"/>
                  </a:cubicBezTo>
                  <a:cubicBezTo>
                    <a:pt x="162" y="39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39"/>
                  </a:lnTo>
                  <a:close/>
                  <a:moveTo>
                    <a:pt x="160" y="49"/>
                  </a:moveTo>
                  <a:cubicBezTo>
                    <a:pt x="160" y="49"/>
                    <a:pt x="160" y="49"/>
                    <a:pt x="160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60" y="40"/>
                    <a:pt x="160" y="40"/>
                    <a:pt x="160" y="40"/>
                  </a:cubicBezTo>
                  <a:lnTo>
                    <a:pt x="160" y="49"/>
                  </a:lnTo>
                  <a:close/>
                  <a:moveTo>
                    <a:pt x="160" y="40"/>
                  </a:moveTo>
                  <a:cubicBezTo>
                    <a:pt x="160" y="40"/>
                    <a:pt x="160" y="40"/>
                    <a:pt x="160" y="40"/>
                  </a:cubicBezTo>
                  <a:cubicBezTo>
                    <a:pt x="157" y="40"/>
                    <a:pt x="157" y="40"/>
                    <a:pt x="157" y="40"/>
                  </a:cubicBezTo>
                  <a:cubicBezTo>
                    <a:pt x="157" y="34"/>
                    <a:pt x="157" y="34"/>
                    <a:pt x="157" y="34"/>
                  </a:cubicBezTo>
                  <a:cubicBezTo>
                    <a:pt x="158" y="35"/>
                    <a:pt x="159" y="35"/>
                    <a:pt x="160" y="36"/>
                  </a:cubicBezTo>
                  <a:lnTo>
                    <a:pt x="160" y="40"/>
                  </a:lnTo>
                  <a:close/>
                  <a:moveTo>
                    <a:pt x="160" y="32"/>
                  </a:moveTo>
                  <a:cubicBezTo>
                    <a:pt x="160" y="32"/>
                    <a:pt x="160" y="32"/>
                    <a:pt x="160" y="32"/>
                  </a:cubicBezTo>
                  <a:cubicBezTo>
                    <a:pt x="159" y="32"/>
                    <a:pt x="158" y="32"/>
                    <a:pt x="157" y="32"/>
                  </a:cubicBezTo>
                  <a:cubicBezTo>
                    <a:pt x="157" y="32"/>
                    <a:pt x="157" y="32"/>
                    <a:pt x="157" y="32"/>
                  </a:cubicBezTo>
                  <a:cubicBezTo>
                    <a:pt x="160" y="32"/>
                    <a:pt x="160" y="32"/>
                    <a:pt x="160" y="32"/>
                  </a:cubicBezTo>
                  <a:close/>
                  <a:moveTo>
                    <a:pt x="162" y="49"/>
                  </a:moveTo>
                  <a:cubicBezTo>
                    <a:pt x="162" y="49"/>
                    <a:pt x="162" y="49"/>
                    <a:pt x="162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2" y="40"/>
                    <a:pt x="162" y="40"/>
                    <a:pt x="162" y="40"/>
                  </a:cubicBezTo>
                  <a:lnTo>
                    <a:pt x="162" y="49"/>
                  </a:lnTo>
                  <a:close/>
                  <a:moveTo>
                    <a:pt x="162" y="40"/>
                  </a:moveTo>
                  <a:cubicBezTo>
                    <a:pt x="162" y="40"/>
                    <a:pt x="162" y="40"/>
                    <a:pt x="162" y="40"/>
                  </a:cubicBezTo>
                  <a:cubicBezTo>
                    <a:pt x="160" y="40"/>
                    <a:pt x="160" y="40"/>
                    <a:pt x="160" y="40"/>
                  </a:cubicBezTo>
                  <a:cubicBezTo>
                    <a:pt x="160" y="36"/>
                    <a:pt x="160" y="36"/>
                    <a:pt x="160" y="36"/>
                  </a:cubicBezTo>
                  <a:cubicBezTo>
                    <a:pt x="160" y="37"/>
                    <a:pt x="160" y="37"/>
                    <a:pt x="161" y="37"/>
                  </a:cubicBezTo>
                  <a:cubicBezTo>
                    <a:pt x="161" y="38"/>
                    <a:pt x="161" y="38"/>
                    <a:pt x="162" y="39"/>
                  </a:cubicBezTo>
                  <a:lnTo>
                    <a:pt x="162" y="40"/>
                  </a:lnTo>
                  <a:close/>
                  <a:moveTo>
                    <a:pt x="162" y="32"/>
                  </a:moveTo>
                  <a:cubicBezTo>
                    <a:pt x="162" y="32"/>
                    <a:pt x="162" y="32"/>
                    <a:pt x="162" y="32"/>
                  </a:cubicBezTo>
                  <a:cubicBezTo>
                    <a:pt x="161" y="32"/>
                    <a:pt x="160" y="32"/>
                    <a:pt x="160" y="32"/>
                  </a:cubicBezTo>
                  <a:cubicBezTo>
                    <a:pt x="160" y="32"/>
                    <a:pt x="160" y="32"/>
                    <a:pt x="160" y="32"/>
                  </a:cubicBezTo>
                  <a:cubicBezTo>
                    <a:pt x="162" y="32"/>
                    <a:pt x="162" y="32"/>
                    <a:pt x="162" y="32"/>
                  </a:cubicBezTo>
                  <a:close/>
                  <a:moveTo>
                    <a:pt x="175" y="49"/>
                  </a:moveTo>
                  <a:cubicBezTo>
                    <a:pt x="175" y="49"/>
                    <a:pt x="175" y="49"/>
                    <a:pt x="175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2" y="40"/>
                    <a:pt x="162" y="40"/>
                    <a:pt x="162" y="40"/>
                  </a:cubicBezTo>
                  <a:cubicBezTo>
                    <a:pt x="164" y="44"/>
                    <a:pt x="165" y="49"/>
                    <a:pt x="165" y="49"/>
                  </a:cubicBezTo>
                  <a:cubicBezTo>
                    <a:pt x="165" y="49"/>
                    <a:pt x="167" y="49"/>
                    <a:pt x="169" y="49"/>
                  </a:cubicBezTo>
                  <a:cubicBezTo>
                    <a:pt x="170" y="49"/>
                    <a:pt x="174" y="49"/>
                    <a:pt x="175" y="49"/>
                  </a:cubicBezTo>
                  <a:close/>
                  <a:moveTo>
                    <a:pt x="175" y="48"/>
                  </a:moveTo>
                  <a:cubicBezTo>
                    <a:pt x="175" y="48"/>
                    <a:pt x="175" y="48"/>
                    <a:pt x="175" y="48"/>
                  </a:cubicBezTo>
                  <a:cubicBezTo>
                    <a:pt x="175" y="46"/>
                    <a:pt x="174" y="43"/>
                    <a:pt x="174" y="41"/>
                  </a:cubicBezTo>
                  <a:cubicBezTo>
                    <a:pt x="174" y="41"/>
                    <a:pt x="174" y="41"/>
                    <a:pt x="174" y="40"/>
                  </a:cubicBezTo>
                  <a:cubicBezTo>
                    <a:pt x="175" y="40"/>
                    <a:pt x="175" y="40"/>
                    <a:pt x="175" y="40"/>
                  </a:cubicBezTo>
                  <a:lnTo>
                    <a:pt x="175" y="48"/>
                  </a:lnTo>
                  <a:close/>
                  <a:moveTo>
                    <a:pt x="175" y="40"/>
                  </a:moveTo>
                  <a:cubicBezTo>
                    <a:pt x="175" y="40"/>
                    <a:pt x="175" y="40"/>
                    <a:pt x="175" y="40"/>
                  </a:cubicBezTo>
                  <a:cubicBezTo>
                    <a:pt x="174" y="40"/>
                    <a:pt x="174" y="40"/>
                    <a:pt x="174" y="40"/>
                  </a:cubicBezTo>
                  <a:cubicBezTo>
                    <a:pt x="174" y="37"/>
                    <a:pt x="173" y="32"/>
                    <a:pt x="173" y="32"/>
                  </a:cubicBezTo>
                  <a:cubicBezTo>
                    <a:pt x="173" y="32"/>
                    <a:pt x="167" y="32"/>
                    <a:pt x="163" y="32"/>
                  </a:cubicBezTo>
                  <a:cubicBezTo>
                    <a:pt x="163" y="32"/>
                    <a:pt x="162" y="32"/>
                    <a:pt x="162" y="32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173" y="32"/>
                    <a:pt x="173" y="32"/>
                    <a:pt x="173" y="32"/>
                  </a:cubicBezTo>
                  <a:cubicBezTo>
                    <a:pt x="173" y="33"/>
                    <a:pt x="173" y="33"/>
                    <a:pt x="173" y="33"/>
                  </a:cubicBezTo>
                  <a:cubicBezTo>
                    <a:pt x="175" y="33"/>
                    <a:pt x="175" y="33"/>
                    <a:pt x="175" y="33"/>
                  </a:cubicBezTo>
                  <a:lnTo>
                    <a:pt x="175" y="40"/>
                  </a:lnTo>
                  <a:close/>
                  <a:moveTo>
                    <a:pt x="177" y="49"/>
                  </a:moveTo>
                  <a:cubicBezTo>
                    <a:pt x="177" y="49"/>
                    <a:pt x="177" y="49"/>
                    <a:pt x="177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9"/>
                  </a:cubicBezTo>
                  <a:cubicBezTo>
                    <a:pt x="175" y="49"/>
                    <a:pt x="175" y="49"/>
                    <a:pt x="175" y="48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7" y="40"/>
                    <a:pt x="177" y="40"/>
                    <a:pt x="177" y="40"/>
                  </a:cubicBezTo>
                  <a:lnTo>
                    <a:pt x="177" y="49"/>
                  </a:lnTo>
                  <a:close/>
                  <a:moveTo>
                    <a:pt x="177" y="40"/>
                  </a:moveTo>
                  <a:cubicBezTo>
                    <a:pt x="177" y="40"/>
                    <a:pt x="177" y="40"/>
                    <a:pt x="177" y="40"/>
                  </a:cubicBezTo>
                  <a:cubicBezTo>
                    <a:pt x="175" y="40"/>
                    <a:pt x="175" y="40"/>
                    <a:pt x="175" y="40"/>
                  </a:cubicBezTo>
                  <a:cubicBezTo>
                    <a:pt x="175" y="33"/>
                    <a:pt x="175" y="33"/>
                    <a:pt x="175" y="33"/>
                  </a:cubicBezTo>
                  <a:cubicBezTo>
                    <a:pt x="177" y="33"/>
                    <a:pt x="177" y="33"/>
                    <a:pt x="177" y="33"/>
                  </a:cubicBezTo>
                  <a:lnTo>
                    <a:pt x="177" y="40"/>
                  </a:lnTo>
                  <a:close/>
                  <a:moveTo>
                    <a:pt x="179" y="49"/>
                  </a:moveTo>
                  <a:cubicBezTo>
                    <a:pt x="179" y="49"/>
                    <a:pt x="179" y="49"/>
                    <a:pt x="179" y="49"/>
                  </a:cubicBezTo>
                  <a:cubicBezTo>
                    <a:pt x="177" y="49"/>
                    <a:pt x="177" y="49"/>
                    <a:pt x="177" y="49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9" y="40"/>
                    <a:pt x="179" y="40"/>
                    <a:pt x="179" y="40"/>
                  </a:cubicBezTo>
                  <a:lnTo>
                    <a:pt x="179" y="49"/>
                  </a:lnTo>
                  <a:close/>
                  <a:moveTo>
                    <a:pt x="179" y="40"/>
                  </a:moveTo>
                  <a:cubicBezTo>
                    <a:pt x="179" y="40"/>
                    <a:pt x="179" y="40"/>
                    <a:pt x="179" y="40"/>
                  </a:cubicBezTo>
                  <a:cubicBezTo>
                    <a:pt x="177" y="40"/>
                    <a:pt x="177" y="40"/>
                    <a:pt x="177" y="40"/>
                  </a:cubicBezTo>
                  <a:cubicBezTo>
                    <a:pt x="177" y="33"/>
                    <a:pt x="177" y="33"/>
                    <a:pt x="177" y="33"/>
                  </a:cubicBezTo>
                  <a:cubicBezTo>
                    <a:pt x="179" y="33"/>
                    <a:pt x="179" y="33"/>
                    <a:pt x="179" y="33"/>
                  </a:cubicBezTo>
                  <a:lnTo>
                    <a:pt x="179" y="40"/>
                  </a:lnTo>
                  <a:close/>
                  <a:moveTo>
                    <a:pt x="181" y="49"/>
                  </a:moveTo>
                  <a:cubicBezTo>
                    <a:pt x="181" y="49"/>
                    <a:pt x="181" y="49"/>
                    <a:pt x="181" y="49"/>
                  </a:cubicBezTo>
                  <a:cubicBezTo>
                    <a:pt x="179" y="49"/>
                    <a:pt x="179" y="49"/>
                    <a:pt x="179" y="49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81" y="40"/>
                    <a:pt x="181" y="40"/>
                    <a:pt x="181" y="40"/>
                  </a:cubicBezTo>
                  <a:lnTo>
                    <a:pt x="181" y="49"/>
                  </a:lnTo>
                  <a:close/>
                  <a:moveTo>
                    <a:pt x="181" y="40"/>
                  </a:moveTo>
                  <a:cubicBezTo>
                    <a:pt x="181" y="40"/>
                    <a:pt x="181" y="40"/>
                    <a:pt x="181" y="40"/>
                  </a:cubicBezTo>
                  <a:cubicBezTo>
                    <a:pt x="179" y="40"/>
                    <a:pt x="179" y="40"/>
                    <a:pt x="179" y="40"/>
                  </a:cubicBezTo>
                  <a:cubicBezTo>
                    <a:pt x="179" y="33"/>
                    <a:pt x="179" y="33"/>
                    <a:pt x="179" y="33"/>
                  </a:cubicBezTo>
                  <a:cubicBezTo>
                    <a:pt x="181" y="32"/>
                    <a:pt x="181" y="32"/>
                    <a:pt x="181" y="32"/>
                  </a:cubicBezTo>
                  <a:lnTo>
                    <a:pt x="181" y="4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Freeform 9"/>
            <p:cNvSpPr>
              <a:spLocks noEditPoints="1"/>
            </p:cNvSpPr>
            <p:nvPr/>
          </p:nvSpPr>
          <p:spPr bwMode="auto">
            <a:xfrm>
              <a:off x="888" y="4158"/>
              <a:ext cx="435" cy="136"/>
            </a:xfrm>
            <a:custGeom>
              <a:avLst/>
              <a:gdLst>
                <a:gd name="T0" fmla="*/ 46 w 168"/>
                <a:gd name="T1" fmla="*/ 51 h 51"/>
                <a:gd name="T2" fmla="*/ 61 w 168"/>
                <a:gd name="T3" fmla="*/ 38 h 51"/>
                <a:gd name="T4" fmla="*/ 16 w 168"/>
                <a:gd name="T5" fmla="*/ 51 h 51"/>
                <a:gd name="T6" fmla="*/ 70 w 168"/>
                <a:gd name="T7" fmla="*/ 12 h 51"/>
                <a:gd name="T8" fmla="*/ 55 w 168"/>
                <a:gd name="T9" fmla="*/ 37 h 51"/>
                <a:gd name="T10" fmla="*/ 45 w 168"/>
                <a:gd name="T11" fmla="*/ 34 h 51"/>
                <a:gd name="T12" fmla="*/ 28 w 168"/>
                <a:gd name="T13" fmla="*/ 8 h 51"/>
                <a:gd name="T14" fmla="*/ 50 w 168"/>
                <a:gd name="T15" fmla="*/ 9 h 51"/>
                <a:gd name="T16" fmla="*/ 76 w 168"/>
                <a:gd name="T17" fmla="*/ 13 h 51"/>
                <a:gd name="T18" fmla="*/ 90 w 168"/>
                <a:gd name="T19" fmla="*/ 17 h 51"/>
                <a:gd name="T20" fmla="*/ 101 w 168"/>
                <a:gd name="T21" fmla="*/ 20 h 51"/>
                <a:gd name="T22" fmla="*/ 106 w 168"/>
                <a:gd name="T23" fmla="*/ 22 h 51"/>
                <a:gd name="T24" fmla="*/ 110 w 168"/>
                <a:gd name="T25" fmla="*/ 39 h 51"/>
                <a:gd name="T26" fmla="*/ 121 w 168"/>
                <a:gd name="T27" fmla="*/ 29 h 51"/>
                <a:gd name="T28" fmla="*/ 10 w 168"/>
                <a:gd name="T29" fmla="*/ 38 h 51"/>
                <a:gd name="T30" fmla="*/ 19 w 168"/>
                <a:gd name="T31" fmla="*/ 8 h 51"/>
                <a:gd name="T32" fmla="*/ 2 w 168"/>
                <a:gd name="T33" fmla="*/ 12 h 51"/>
                <a:gd name="T34" fmla="*/ 5 w 168"/>
                <a:gd name="T35" fmla="*/ 10 h 51"/>
                <a:gd name="T36" fmla="*/ 57 w 168"/>
                <a:gd name="T37" fmla="*/ 10 h 51"/>
                <a:gd name="T38" fmla="*/ 139 w 168"/>
                <a:gd name="T39" fmla="*/ 41 h 51"/>
                <a:gd name="T40" fmla="*/ 115 w 168"/>
                <a:gd name="T41" fmla="*/ 39 h 51"/>
                <a:gd name="T42" fmla="*/ 107 w 168"/>
                <a:gd name="T43" fmla="*/ 43 h 51"/>
                <a:gd name="T44" fmla="*/ 97 w 168"/>
                <a:gd name="T45" fmla="*/ 40 h 51"/>
                <a:gd name="T46" fmla="*/ 84 w 168"/>
                <a:gd name="T47" fmla="*/ 40 h 51"/>
                <a:gd name="T48" fmla="*/ 67 w 168"/>
                <a:gd name="T49" fmla="*/ 39 h 51"/>
                <a:gd name="T50" fmla="*/ 142 w 168"/>
                <a:gd name="T51" fmla="*/ 42 h 51"/>
                <a:gd name="T52" fmla="*/ 140 w 168"/>
                <a:gd name="T53" fmla="*/ 49 h 51"/>
                <a:gd name="T54" fmla="*/ 142 w 168"/>
                <a:gd name="T55" fmla="*/ 49 h 51"/>
                <a:gd name="T56" fmla="*/ 118 w 168"/>
                <a:gd name="T57" fmla="*/ 43 h 51"/>
                <a:gd name="T58" fmla="*/ 115 w 168"/>
                <a:gd name="T59" fmla="*/ 43 h 51"/>
                <a:gd name="T60" fmla="*/ 109 w 168"/>
                <a:gd name="T61" fmla="*/ 44 h 51"/>
                <a:gd name="T62" fmla="*/ 95 w 168"/>
                <a:gd name="T63" fmla="*/ 44 h 51"/>
                <a:gd name="T64" fmla="*/ 75 w 168"/>
                <a:gd name="T65" fmla="*/ 49 h 51"/>
                <a:gd name="T66" fmla="*/ 91 w 168"/>
                <a:gd name="T67" fmla="*/ 50 h 51"/>
                <a:gd name="T68" fmla="*/ 99 w 168"/>
                <a:gd name="T69" fmla="*/ 50 h 51"/>
                <a:gd name="T70" fmla="*/ 107 w 168"/>
                <a:gd name="T71" fmla="*/ 47 h 51"/>
                <a:gd name="T72" fmla="*/ 110 w 168"/>
                <a:gd name="T73" fmla="*/ 50 h 51"/>
                <a:gd name="T74" fmla="*/ 113 w 168"/>
                <a:gd name="T75" fmla="*/ 50 h 51"/>
                <a:gd name="T76" fmla="*/ 116 w 168"/>
                <a:gd name="T77" fmla="*/ 49 h 51"/>
                <a:gd name="T78" fmla="*/ 120 w 168"/>
                <a:gd name="T79" fmla="*/ 47 h 51"/>
                <a:gd name="T80" fmla="*/ 124 w 168"/>
                <a:gd name="T81" fmla="*/ 49 h 51"/>
                <a:gd name="T82" fmla="*/ 127 w 168"/>
                <a:gd name="T83" fmla="*/ 50 h 51"/>
                <a:gd name="T84" fmla="*/ 128 w 168"/>
                <a:gd name="T85" fmla="*/ 49 h 51"/>
                <a:gd name="T86" fmla="*/ 128 w 168"/>
                <a:gd name="T87" fmla="*/ 47 h 51"/>
                <a:gd name="T88" fmla="*/ 129 w 168"/>
                <a:gd name="T89" fmla="*/ 45 h 51"/>
                <a:gd name="T90" fmla="*/ 74 w 168"/>
                <a:gd name="T91" fmla="*/ 50 h 51"/>
                <a:gd name="T92" fmla="*/ 132 w 168"/>
                <a:gd name="T93" fmla="*/ 45 h 51"/>
                <a:gd name="T94" fmla="*/ 140 w 168"/>
                <a:gd name="T95" fmla="*/ 43 h 51"/>
                <a:gd name="T96" fmla="*/ 135 w 168"/>
                <a:gd name="T97" fmla="*/ 50 h 51"/>
                <a:gd name="T98" fmla="*/ 137 w 168"/>
                <a:gd name="T99" fmla="*/ 47 h 51"/>
                <a:gd name="T100" fmla="*/ 139 w 168"/>
                <a:gd name="T101" fmla="*/ 49 h 51"/>
                <a:gd name="T102" fmla="*/ 139 w 168"/>
                <a:gd name="T103" fmla="*/ 48 h 51"/>
                <a:gd name="T104" fmla="*/ 144 w 168"/>
                <a:gd name="T105" fmla="*/ 45 h 51"/>
                <a:gd name="T106" fmla="*/ 144 w 168"/>
                <a:gd name="T107" fmla="*/ 45 h 51"/>
                <a:gd name="T108" fmla="*/ 148 w 168"/>
                <a:gd name="T109" fmla="*/ 49 h 51"/>
                <a:gd name="T110" fmla="*/ 151 w 168"/>
                <a:gd name="T111" fmla="*/ 46 h 51"/>
                <a:gd name="T112" fmla="*/ 152 w 168"/>
                <a:gd name="T113" fmla="*/ 49 h 51"/>
                <a:gd name="T114" fmla="*/ 157 w 168"/>
                <a:gd name="T115" fmla="*/ 49 h 51"/>
                <a:gd name="T116" fmla="*/ 159 w 168"/>
                <a:gd name="T117" fmla="*/ 49 h 51"/>
                <a:gd name="T118" fmla="*/ 161 w 168"/>
                <a:gd name="T119" fmla="*/ 48 h 51"/>
                <a:gd name="T120" fmla="*/ 117 w 168"/>
                <a:gd name="T121" fmla="*/ 39 h 51"/>
                <a:gd name="T122" fmla="*/ 26 w 168"/>
                <a:gd name="T123" fmla="*/ 51 h 51"/>
                <a:gd name="T124" fmla="*/ 35 w 168"/>
                <a:gd name="T12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68" h="51">
                  <a:moveTo>
                    <a:pt x="26" y="51"/>
                  </a:move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6" y="51"/>
                    <a:pt x="26" y="51"/>
                    <a:pt x="26" y="51"/>
                  </a:cubicBezTo>
                  <a:close/>
                  <a:moveTo>
                    <a:pt x="29" y="51"/>
                  </a:moveTo>
                  <a:cubicBezTo>
                    <a:pt x="29" y="51"/>
                    <a:pt x="29" y="51"/>
                    <a:pt x="29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29" y="51"/>
                    <a:pt x="29" y="51"/>
                    <a:pt x="29" y="51"/>
                  </a:cubicBezTo>
                  <a:close/>
                  <a:moveTo>
                    <a:pt x="39" y="51"/>
                  </a:moveTo>
                  <a:cubicBezTo>
                    <a:pt x="39" y="51"/>
                    <a:pt x="39" y="51"/>
                    <a:pt x="39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0" y="51"/>
                    <a:pt x="39" y="51"/>
                    <a:pt x="39" y="51"/>
                  </a:cubicBezTo>
                  <a:close/>
                  <a:moveTo>
                    <a:pt x="19" y="51"/>
                  </a:moveTo>
                  <a:cubicBezTo>
                    <a:pt x="19" y="51"/>
                    <a:pt x="19" y="51"/>
                    <a:pt x="19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19" y="51"/>
                    <a:pt x="19" y="51"/>
                    <a:pt x="19" y="51"/>
                  </a:cubicBezTo>
                  <a:close/>
                  <a:moveTo>
                    <a:pt x="73" y="39"/>
                  </a:moveTo>
                  <a:cubicBezTo>
                    <a:pt x="73" y="39"/>
                    <a:pt x="73" y="39"/>
                    <a:pt x="73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3" y="13"/>
                    <a:pt x="73" y="13"/>
                    <a:pt x="73" y="13"/>
                  </a:cubicBezTo>
                  <a:lnTo>
                    <a:pt x="73" y="39"/>
                  </a:lnTo>
                  <a:close/>
                  <a:moveTo>
                    <a:pt x="45" y="51"/>
                  </a:moveTo>
                  <a:cubicBezTo>
                    <a:pt x="45" y="51"/>
                    <a:pt x="45" y="51"/>
                    <a:pt x="45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5" y="51"/>
                    <a:pt x="45" y="51"/>
                    <a:pt x="45" y="51"/>
                  </a:cubicBezTo>
                  <a:close/>
                  <a:moveTo>
                    <a:pt x="61" y="51"/>
                  </a:move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1" y="51"/>
                    <a:pt x="61" y="51"/>
                    <a:pt x="61" y="51"/>
                  </a:cubicBezTo>
                  <a:close/>
                  <a:moveTo>
                    <a:pt x="50" y="51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1" y="51"/>
                    <a:pt x="51" y="51"/>
                    <a:pt x="50" y="51"/>
                  </a:cubicBezTo>
                  <a:close/>
                  <a:moveTo>
                    <a:pt x="22" y="51"/>
                  </a:moveTo>
                  <a:cubicBezTo>
                    <a:pt x="22" y="51"/>
                    <a:pt x="22" y="51"/>
                    <a:pt x="22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2" y="51"/>
                    <a:pt x="22" y="51"/>
                    <a:pt x="22" y="51"/>
                  </a:cubicBezTo>
                  <a:close/>
                  <a:moveTo>
                    <a:pt x="82" y="39"/>
                  </a:moveTo>
                  <a:cubicBezTo>
                    <a:pt x="82" y="39"/>
                    <a:pt x="82" y="39"/>
                    <a:pt x="82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3" y="39"/>
                    <a:pt x="83" y="39"/>
                    <a:pt x="83" y="39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3" y="15"/>
                    <a:pt x="83" y="15"/>
                    <a:pt x="83" y="15"/>
                  </a:cubicBezTo>
                  <a:lnTo>
                    <a:pt x="82" y="39"/>
                  </a:lnTo>
                  <a:close/>
                  <a:moveTo>
                    <a:pt x="80" y="39"/>
                  </a:move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0" y="39"/>
                    <a:pt x="80" y="39"/>
                    <a:pt x="80" y="39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0" y="14"/>
                    <a:pt x="80" y="14"/>
                    <a:pt x="80" y="14"/>
                  </a:cubicBezTo>
                  <a:lnTo>
                    <a:pt x="80" y="39"/>
                  </a:lnTo>
                  <a:close/>
                  <a:moveTo>
                    <a:pt x="61" y="38"/>
                  </a:moveTo>
                  <a:cubicBezTo>
                    <a:pt x="61" y="38"/>
                    <a:pt x="61" y="38"/>
                    <a:pt x="61" y="38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3" y="38"/>
                    <a:pt x="63" y="38"/>
                    <a:pt x="63" y="38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0" y="10"/>
                    <a:pt x="60" y="10"/>
                    <a:pt x="60" y="10"/>
                  </a:cubicBezTo>
                  <a:lnTo>
                    <a:pt x="61" y="38"/>
                  </a:lnTo>
                  <a:close/>
                  <a:moveTo>
                    <a:pt x="71" y="39"/>
                  </a:moveTo>
                  <a:cubicBezTo>
                    <a:pt x="71" y="39"/>
                    <a:pt x="71" y="39"/>
                    <a:pt x="71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1" y="12"/>
                    <a:pt x="71" y="12"/>
                    <a:pt x="71" y="12"/>
                  </a:cubicBezTo>
                  <a:lnTo>
                    <a:pt x="71" y="39"/>
                  </a:lnTo>
                  <a:close/>
                  <a:moveTo>
                    <a:pt x="95" y="40"/>
                  </a:moveTo>
                  <a:cubicBezTo>
                    <a:pt x="95" y="40"/>
                    <a:pt x="95" y="40"/>
                    <a:pt x="95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7" y="19"/>
                    <a:pt x="97" y="19"/>
                    <a:pt x="97" y="19"/>
                  </a:cubicBezTo>
                  <a:lnTo>
                    <a:pt x="95" y="40"/>
                  </a:ln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6" y="51"/>
                    <a:pt x="16" y="51"/>
                    <a:pt x="16" y="51"/>
                  </a:cubicBezTo>
                  <a:close/>
                  <a:moveTo>
                    <a:pt x="16" y="51"/>
                  </a:move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5" y="51"/>
                    <a:pt x="15" y="51"/>
                    <a:pt x="15" y="51"/>
                  </a:cubicBezTo>
                  <a:lnTo>
                    <a:pt x="16" y="51"/>
                  </a:lnTo>
                  <a:close/>
                  <a:moveTo>
                    <a:pt x="120" y="39"/>
                  </a:move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9"/>
                    <a:pt x="121" y="39"/>
                    <a:pt x="121" y="39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1" y="38"/>
                    <a:pt x="121" y="38"/>
                    <a:pt x="121" y="38"/>
                  </a:cubicBezTo>
                  <a:cubicBezTo>
                    <a:pt x="123" y="31"/>
                    <a:pt x="123" y="31"/>
                    <a:pt x="123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3"/>
                    <a:pt x="122" y="36"/>
                    <a:pt x="121" y="37"/>
                  </a:cubicBezTo>
                  <a:cubicBezTo>
                    <a:pt x="121" y="38"/>
                    <a:pt x="121" y="39"/>
                    <a:pt x="120" y="39"/>
                  </a:cubicBezTo>
                  <a:close/>
                  <a:moveTo>
                    <a:pt x="18" y="51"/>
                  </a:move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8" y="51"/>
                    <a:pt x="18" y="51"/>
                    <a:pt x="18" y="51"/>
                  </a:cubicBezTo>
                  <a:close/>
                  <a:moveTo>
                    <a:pt x="69" y="39"/>
                  </a:move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69" y="11"/>
                    <a:pt x="69" y="11"/>
                    <a:pt x="69" y="11"/>
                  </a:cubicBezTo>
                  <a:lnTo>
                    <a:pt x="69" y="39"/>
                  </a:lnTo>
                  <a:close/>
                  <a:moveTo>
                    <a:pt x="117" y="37"/>
                  </a:moveTo>
                  <a:cubicBezTo>
                    <a:pt x="117" y="37"/>
                    <a:pt x="117" y="37"/>
                    <a:pt x="117" y="37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lnTo>
                    <a:pt x="117" y="37"/>
                  </a:lnTo>
                  <a:close/>
                  <a:moveTo>
                    <a:pt x="115" y="39"/>
                  </a:moveTo>
                  <a:cubicBezTo>
                    <a:pt x="115" y="39"/>
                    <a:pt x="115" y="39"/>
                    <a:pt x="115" y="39"/>
                  </a:cubicBezTo>
                  <a:cubicBezTo>
                    <a:pt x="116" y="36"/>
                    <a:pt x="116" y="36"/>
                    <a:pt x="116" y="36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39"/>
                    <a:pt x="115" y="39"/>
                    <a:pt x="115" y="39"/>
                  </a:cubicBezTo>
                  <a:close/>
                  <a:moveTo>
                    <a:pt x="114" y="39"/>
                  </a:moveTo>
                  <a:cubicBezTo>
                    <a:pt x="114" y="39"/>
                    <a:pt x="114" y="39"/>
                    <a:pt x="114" y="39"/>
                  </a:cubicBezTo>
                  <a:cubicBezTo>
                    <a:pt x="116" y="27"/>
                    <a:pt x="116" y="27"/>
                    <a:pt x="116" y="27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lose/>
                  <a:moveTo>
                    <a:pt x="119" y="34"/>
                  </a:moveTo>
                  <a:cubicBezTo>
                    <a:pt x="119" y="34"/>
                    <a:pt x="119" y="34"/>
                    <a:pt x="119" y="34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lnTo>
                    <a:pt x="119" y="34"/>
                  </a:lnTo>
                  <a:close/>
                  <a:moveTo>
                    <a:pt x="14" y="37"/>
                  </a:moveTo>
                  <a:cubicBezTo>
                    <a:pt x="14" y="37"/>
                    <a:pt x="14" y="37"/>
                    <a:pt x="14" y="37"/>
                  </a:cubicBezTo>
                  <a:cubicBezTo>
                    <a:pt x="14" y="37"/>
                    <a:pt x="15" y="36"/>
                    <a:pt x="17" y="35"/>
                  </a:cubicBezTo>
                  <a:cubicBezTo>
                    <a:pt x="20" y="35"/>
                    <a:pt x="30" y="34"/>
                    <a:pt x="46" y="36"/>
                  </a:cubicBezTo>
                  <a:cubicBezTo>
                    <a:pt x="47" y="36"/>
                    <a:pt x="48" y="36"/>
                    <a:pt x="49" y="36"/>
                  </a:cubicBezTo>
                  <a:cubicBezTo>
                    <a:pt x="49" y="36"/>
                    <a:pt x="49" y="36"/>
                    <a:pt x="49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2" y="37"/>
                    <a:pt x="54" y="37"/>
                    <a:pt x="55" y="37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4" y="34"/>
                    <a:pt x="54" y="34"/>
                    <a:pt x="54" y="34"/>
                  </a:cubicBezTo>
                  <a:cubicBezTo>
                    <a:pt x="51" y="9"/>
                    <a:pt x="51" y="9"/>
                    <a:pt x="51" y="9"/>
                  </a:cubicBezTo>
                  <a:cubicBezTo>
                    <a:pt x="52" y="9"/>
                    <a:pt x="52" y="9"/>
                    <a:pt x="52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3" y="36"/>
                    <a:pt x="53" y="36"/>
                    <a:pt x="53" y="36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51" y="34"/>
                    <a:pt x="51" y="34"/>
                    <a:pt x="51" y="34"/>
                  </a:cubicBezTo>
                  <a:cubicBezTo>
                    <a:pt x="48" y="9"/>
                    <a:pt x="48" y="9"/>
                    <a:pt x="48" y="9"/>
                  </a:cubicBezTo>
                  <a:cubicBezTo>
                    <a:pt x="49" y="9"/>
                    <a:pt x="49" y="9"/>
                    <a:pt x="49" y="9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9" y="33"/>
                    <a:pt x="49" y="33"/>
                    <a:pt x="49" y="33"/>
                  </a:cubicBezTo>
                  <a:cubicBezTo>
                    <a:pt x="45" y="9"/>
                    <a:pt x="45" y="9"/>
                    <a:pt x="45" y="9"/>
                  </a:cubicBezTo>
                  <a:cubicBezTo>
                    <a:pt x="46" y="8"/>
                    <a:pt x="46" y="8"/>
                    <a:pt x="46" y="8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8" y="35"/>
                    <a:pt x="48" y="35"/>
                    <a:pt x="48" y="35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2" y="8"/>
                    <a:pt x="42" y="8"/>
                    <a:pt x="42" y="8"/>
                  </a:cubicBezTo>
                  <a:cubicBezTo>
                    <a:pt x="46" y="33"/>
                    <a:pt x="46" y="33"/>
                    <a:pt x="46" y="33"/>
                  </a:cubicBezTo>
                  <a:cubicBezTo>
                    <a:pt x="41" y="8"/>
                    <a:pt x="41" y="8"/>
                    <a:pt x="41" y="8"/>
                  </a:cubicBezTo>
                  <a:cubicBezTo>
                    <a:pt x="43" y="8"/>
                    <a:pt x="43" y="8"/>
                    <a:pt x="43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5" y="34"/>
                    <a:pt x="45" y="34"/>
                    <a:pt x="45" y="34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43" y="32"/>
                    <a:pt x="43" y="32"/>
                    <a:pt x="43" y="32"/>
                  </a:cubicBezTo>
                  <a:cubicBezTo>
                    <a:pt x="38" y="8"/>
                    <a:pt x="38" y="8"/>
                    <a:pt x="38" y="8"/>
                  </a:cubicBezTo>
                  <a:cubicBezTo>
                    <a:pt x="39" y="8"/>
                    <a:pt x="39" y="8"/>
                    <a:pt x="39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2" y="34"/>
                    <a:pt x="42" y="34"/>
                    <a:pt x="42" y="34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40" y="31"/>
                    <a:pt x="40" y="31"/>
                    <a:pt x="40" y="31"/>
                  </a:cubicBezTo>
                  <a:cubicBezTo>
                    <a:pt x="35" y="8"/>
                    <a:pt x="35" y="8"/>
                    <a:pt x="35" y="8"/>
                  </a:cubicBezTo>
                  <a:cubicBezTo>
                    <a:pt x="36" y="8"/>
                    <a:pt x="36" y="8"/>
                    <a:pt x="36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8" y="34"/>
                    <a:pt x="38" y="34"/>
                    <a:pt x="38" y="34"/>
                  </a:cubicBezTo>
                  <a:cubicBezTo>
                    <a:pt x="32" y="8"/>
                    <a:pt x="32" y="8"/>
                    <a:pt x="32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4" y="20"/>
                    <a:pt x="34" y="20"/>
                    <a:pt x="34" y="20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4" y="29"/>
                    <a:pt x="34" y="29"/>
                    <a:pt x="34" y="29"/>
                  </a:cubicBezTo>
                  <a:cubicBezTo>
                    <a:pt x="29" y="8"/>
                    <a:pt x="29" y="8"/>
                    <a:pt x="29" y="8"/>
                  </a:cubicBezTo>
                  <a:cubicBezTo>
                    <a:pt x="31" y="8"/>
                    <a:pt x="31" y="8"/>
                    <a:pt x="31" y="8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3" y="29"/>
                    <a:pt x="33" y="29"/>
                    <a:pt x="33" y="29"/>
                  </a:cubicBezTo>
                  <a:cubicBezTo>
                    <a:pt x="28" y="8"/>
                    <a:pt x="28" y="8"/>
                    <a:pt x="28" y="8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32" y="30"/>
                    <a:pt x="32" y="30"/>
                    <a:pt x="32" y="30"/>
                  </a:cubicBezTo>
                  <a:cubicBezTo>
                    <a:pt x="26" y="8"/>
                    <a:pt x="26" y="8"/>
                    <a:pt x="26" y="8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31" y="34"/>
                    <a:pt x="31" y="34"/>
                    <a:pt x="31" y="34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8"/>
                    <a:pt x="24" y="8"/>
                  </a:cubicBezTo>
                  <a:cubicBezTo>
                    <a:pt x="27" y="20"/>
                    <a:pt x="27" y="20"/>
                    <a:pt x="27" y="20"/>
                  </a:cubicBezTo>
                  <a:cubicBezTo>
                    <a:pt x="23" y="8"/>
                    <a:pt x="23" y="8"/>
                    <a:pt x="23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5" y="7"/>
                    <a:pt x="25" y="7"/>
                    <a:pt x="25" y="7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7"/>
                    <a:pt x="24" y="7"/>
                    <a:pt x="24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28" y="7"/>
                    <a:pt x="28" y="7"/>
                    <a:pt x="28" y="7"/>
                  </a:cubicBezTo>
                  <a:cubicBezTo>
                    <a:pt x="31" y="7"/>
                    <a:pt x="31" y="7"/>
                    <a:pt x="31" y="7"/>
                  </a:cubicBezTo>
                  <a:cubicBezTo>
                    <a:pt x="30" y="7"/>
                    <a:pt x="30" y="7"/>
                    <a:pt x="30" y="7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4" y="7"/>
                    <a:pt x="34" y="7"/>
                    <a:pt x="34" y="7"/>
                  </a:cubicBezTo>
                  <a:cubicBezTo>
                    <a:pt x="37" y="8"/>
                    <a:pt x="37" y="8"/>
                    <a:pt x="37" y="8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40" y="8"/>
                    <a:pt x="40" y="8"/>
                    <a:pt x="40" y="8"/>
                  </a:cubicBezTo>
                  <a:cubicBezTo>
                    <a:pt x="40" y="7"/>
                    <a:pt x="40" y="7"/>
                    <a:pt x="40" y="7"/>
                  </a:cubicBezTo>
                  <a:cubicBezTo>
                    <a:pt x="44" y="8"/>
                    <a:pt x="44" y="8"/>
                    <a:pt x="44" y="8"/>
                  </a:cubicBezTo>
                  <a:cubicBezTo>
                    <a:pt x="44" y="7"/>
                    <a:pt x="44" y="7"/>
                    <a:pt x="44" y="7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47" y="8"/>
                    <a:pt x="47" y="8"/>
                    <a:pt x="47" y="8"/>
                  </a:cubicBezTo>
                  <a:cubicBezTo>
                    <a:pt x="50" y="9"/>
                    <a:pt x="50" y="9"/>
                    <a:pt x="50" y="9"/>
                  </a:cubicBezTo>
                  <a:cubicBezTo>
                    <a:pt x="50" y="8"/>
                    <a:pt x="50" y="8"/>
                    <a:pt x="50" y="8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3" y="8"/>
                    <a:pt x="53" y="8"/>
                    <a:pt x="53" y="8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9" y="10"/>
                    <a:pt x="59" y="10"/>
                    <a:pt x="59" y="10"/>
                  </a:cubicBezTo>
                  <a:cubicBezTo>
                    <a:pt x="60" y="10"/>
                    <a:pt x="60" y="10"/>
                    <a:pt x="60" y="10"/>
                  </a:cubicBezTo>
                  <a:cubicBezTo>
                    <a:pt x="62" y="10"/>
                    <a:pt x="62" y="10"/>
                    <a:pt x="62" y="10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11"/>
                    <a:pt x="64" y="11"/>
                    <a:pt x="64" y="11"/>
                  </a:cubicBezTo>
                  <a:cubicBezTo>
                    <a:pt x="63" y="10"/>
                    <a:pt x="63" y="10"/>
                    <a:pt x="63" y="10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11"/>
                    <a:pt x="67" y="11"/>
                    <a:pt x="67" y="11"/>
                  </a:cubicBezTo>
                  <a:cubicBezTo>
                    <a:pt x="66" y="11"/>
                    <a:pt x="66" y="11"/>
                    <a:pt x="66" y="11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7" y="38"/>
                    <a:pt x="67" y="38"/>
                    <a:pt x="67" y="38"/>
                  </a:cubicBezTo>
                  <a:cubicBezTo>
                    <a:pt x="68" y="38"/>
                    <a:pt x="68" y="38"/>
                    <a:pt x="68" y="38"/>
                  </a:cubicBezTo>
                  <a:cubicBezTo>
                    <a:pt x="67" y="12"/>
                    <a:pt x="67" y="12"/>
                    <a:pt x="67" y="12"/>
                  </a:cubicBezTo>
                  <a:cubicBezTo>
                    <a:pt x="68" y="11"/>
                    <a:pt x="68" y="11"/>
                    <a:pt x="68" y="11"/>
                  </a:cubicBezTo>
                  <a:cubicBezTo>
                    <a:pt x="70" y="12"/>
                    <a:pt x="70" y="12"/>
                    <a:pt x="70" y="12"/>
                  </a:cubicBezTo>
                  <a:cubicBezTo>
                    <a:pt x="71" y="12"/>
                    <a:pt x="71" y="12"/>
                    <a:pt x="71" y="12"/>
                  </a:cubicBezTo>
                  <a:cubicBezTo>
                    <a:pt x="73" y="13"/>
                    <a:pt x="73" y="13"/>
                    <a:pt x="73" y="13"/>
                  </a:cubicBezTo>
                  <a:cubicBezTo>
                    <a:pt x="73" y="12"/>
                    <a:pt x="73" y="12"/>
                    <a:pt x="73" y="12"/>
                  </a:cubicBezTo>
                  <a:cubicBezTo>
                    <a:pt x="75" y="13"/>
                    <a:pt x="75" y="13"/>
                    <a:pt x="75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7" y="13"/>
                    <a:pt x="77" y="13"/>
                    <a:pt x="77" y="13"/>
                  </a:cubicBezTo>
                  <a:cubicBezTo>
                    <a:pt x="76" y="13"/>
                    <a:pt x="76" y="13"/>
                    <a:pt x="76" y="13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14"/>
                    <a:pt x="77" y="14"/>
                    <a:pt x="77" y="14"/>
                  </a:cubicBezTo>
                  <a:cubicBezTo>
                    <a:pt x="78" y="13"/>
                    <a:pt x="78" y="13"/>
                    <a:pt x="78" y="13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78" y="14"/>
                    <a:pt x="78" y="14"/>
                    <a:pt x="78" y="14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7" y="39"/>
                    <a:pt x="77" y="39"/>
                    <a:pt x="77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39"/>
                    <a:pt x="79" y="39"/>
                    <a:pt x="79" y="39"/>
                  </a:cubicBezTo>
                  <a:cubicBezTo>
                    <a:pt x="79" y="14"/>
                    <a:pt x="79" y="14"/>
                    <a:pt x="79" y="14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82" y="15"/>
                    <a:pt x="82" y="15"/>
                    <a:pt x="82" y="15"/>
                  </a:cubicBezTo>
                  <a:cubicBezTo>
                    <a:pt x="83" y="14"/>
                    <a:pt x="83" y="14"/>
                    <a:pt x="83" y="14"/>
                  </a:cubicBezTo>
                  <a:cubicBezTo>
                    <a:pt x="84" y="15"/>
                    <a:pt x="84" y="15"/>
                    <a:pt x="84" y="15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5" y="15"/>
                    <a:pt x="85" y="15"/>
                    <a:pt x="85" y="15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6" y="16"/>
                    <a:pt x="86" y="16"/>
                    <a:pt x="86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7" y="16"/>
                    <a:pt x="87" y="16"/>
                    <a:pt x="87" y="16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16"/>
                    <a:pt x="88" y="16"/>
                    <a:pt x="88" y="16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1" y="16"/>
                    <a:pt x="91" y="16"/>
                    <a:pt x="91" y="16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2" y="17"/>
                    <a:pt x="92" y="17"/>
                    <a:pt x="92" y="17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5" y="18"/>
                    <a:pt x="95" y="18"/>
                    <a:pt x="95" y="18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6" y="19"/>
                    <a:pt x="96" y="19"/>
                    <a:pt x="96" y="19"/>
                  </a:cubicBezTo>
                  <a:cubicBezTo>
                    <a:pt x="97" y="18"/>
                    <a:pt x="97" y="18"/>
                    <a:pt x="97" y="18"/>
                  </a:cubicBezTo>
                  <a:cubicBezTo>
                    <a:pt x="98" y="19"/>
                    <a:pt x="98" y="19"/>
                    <a:pt x="98" y="19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9" y="20"/>
                    <a:pt x="99" y="20"/>
                    <a:pt x="99" y="20"/>
                  </a:cubicBezTo>
                  <a:cubicBezTo>
                    <a:pt x="99" y="19"/>
                    <a:pt x="99" y="19"/>
                    <a:pt x="99" y="19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0" y="20"/>
                    <a:pt x="100" y="20"/>
                    <a:pt x="100" y="2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101" y="20"/>
                    <a:pt x="101" y="20"/>
                    <a:pt x="101" y="20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2" y="20"/>
                    <a:pt x="102" y="20"/>
                    <a:pt x="102" y="2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1" y="40"/>
                    <a:pt x="101" y="40"/>
                    <a:pt x="101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4" y="21"/>
                    <a:pt x="104" y="21"/>
                    <a:pt x="104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5" y="22"/>
                    <a:pt x="105" y="22"/>
                    <a:pt x="105" y="22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39"/>
                    <a:pt x="103" y="39"/>
                    <a:pt x="103" y="40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2"/>
                    <a:pt x="106" y="22"/>
                    <a:pt x="106" y="22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8" y="22"/>
                    <a:pt x="108" y="22"/>
                    <a:pt x="108" y="22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6" y="39"/>
                    <a:pt x="106" y="39"/>
                    <a:pt x="106" y="39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9" y="23"/>
                    <a:pt x="109" y="23"/>
                    <a:pt x="109" y="23"/>
                  </a:cubicBezTo>
                  <a:cubicBezTo>
                    <a:pt x="110" y="23"/>
                    <a:pt x="110" y="23"/>
                    <a:pt x="110" y="23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08" y="39"/>
                    <a:pt x="108" y="39"/>
                    <a:pt x="108" y="39"/>
                  </a:cubicBezTo>
                  <a:cubicBezTo>
                    <a:pt x="110" y="24"/>
                    <a:pt x="110" y="24"/>
                    <a:pt x="110" y="24"/>
                  </a:cubicBezTo>
                  <a:cubicBezTo>
                    <a:pt x="111" y="23"/>
                    <a:pt x="111" y="23"/>
                    <a:pt x="111" y="2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11" y="24"/>
                    <a:pt x="111" y="24"/>
                    <a:pt x="111" y="24"/>
                  </a:cubicBezTo>
                  <a:cubicBezTo>
                    <a:pt x="112" y="24"/>
                    <a:pt x="112" y="24"/>
                    <a:pt x="112" y="24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12" y="25"/>
                    <a:pt x="112" y="25"/>
                    <a:pt x="112" y="25"/>
                  </a:cubicBezTo>
                  <a:cubicBezTo>
                    <a:pt x="113" y="24"/>
                    <a:pt x="113" y="24"/>
                    <a:pt x="113" y="24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3" y="25"/>
                    <a:pt x="113" y="25"/>
                    <a:pt x="113" y="25"/>
                  </a:cubicBezTo>
                  <a:cubicBezTo>
                    <a:pt x="115" y="25"/>
                    <a:pt x="115" y="25"/>
                    <a:pt x="115" y="25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5"/>
                    <a:pt x="116" y="25"/>
                    <a:pt x="116" y="25"/>
                  </a:cubicBezTo>
                  <a:cubicBezTo>
                    <a:pt x="115" y="26"/>
                    <a:pt x="115" y="26"/>
                    <a:pt x="115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6" y="26"/>
                    <a:pt x="116" y="26"/>
                    <a:pt x="116" y="26"/>
                  </a:cubicBezTo>
                  <a:cubicBezTo>
                    <a:pt x="117" y="26"/>
                    <a:pt x="117" y="26"/>
                    <a:pt x="117" y="26"/>
                  </a:cubicBezTo>
                  <a:cubicBezTo>
                    <a:pt x="117" y="27"/>
                    <a:pt x="117" y="27"/>
                    <a:pt x="117" y="27"/>
                  </a:cubicBezTo>
                  <a:cubicBezTo>
                    <a:pt x="118" y="26"/>
                    <a:pt x="118" y="26"/>
                    <a:pt x="118" y="26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8" y="27"/>
                    <a:pt x="118" y="27"/>
                    <a:pt x="118" y="27"/>
                  </a:cubicBezTo>
                  <a:cubicBezTo>
                    <a:pt x="119" y="27"/>
                    <a:pt x="119" y="27"/>
                    <a:pt x="119" y="27"/>
                  </a:cubicBezTo>
                  <a:cubicBezTo>
                    <a:pt x="119" y="28"/>
                    <a:pt x="119" y="28"/>
                    <a:pt x="119" y="28"/>
                  </a:cubicBezTo>
                  <a:cubicBezTo>
                    <a:pt x="120" y="27"/>
                    <a:pt x="120" y="27"/>
                    <a:pt x="120" y="27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8"/>
                    <a:pt x="120" y="28"/>
                    <a:pt x="120" y="28"/>
                  </a:cubicBezTo>
                  <a:cubicBezTo>
                    <a:pt x="120" y="29"/>
                    <a:pt x="120" y="29"/>
                    <a:pt x="120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121" y="30"/>
                    <a:pt x="121" y="30"/>
                    <a:pt x="121" y="30"/>
                  </a:cubicBezTo>
                  <a:cubicBezTo>
                    <a:pt x="122" y="29"/>
                    <a:pt x="122" y="29"/>
                    <a:pt x="122" y="29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0"/>
                    <a:pt x="122" y="30"/>
                    <a:pt x="122" y="30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1"/>
                    <a:pt x="122" y="31"/>
                    <a:pt x="122" y="31"/>
                  </a:cubicBezTo>
                  <a:cubicBezTo>
                    <a:pt x="122" y="30"/>
                    <a:pt x="122" y="29"/>
                    <a:pt x="122" y="28"/>
                  </a:cubicBezTo>
                  <a:cubicBezTo>
                    <a:pt x="121" y="27"/>
                    <a:pt x="120" y="26"/>
                    <a:pt x="119" y="25"/>
                  </a:cubicBezTo>
                  <a:cubicBezTo>
                    <a:pt x="114" y="20"/>
                    <a:pt x="97" y="15"/>
                    <a:pt x="88" y="12"/>
                  </a:cubicBezTo>
                  <a:cubicBezTo>
                    <a:pt x="80" y="9"/>
                    <a:pt x="57" y="3"/>
                    <a:pt x="36" y="2"/>
                  </a:cubicBezTo>
                  <a:cubicBezTo>
                    <a:pt x="16" y="0"/>
                    <a:pt x="7" y="3"/>
                    <a:pt x="4" y="5"/>
                  </a:cubicBezTo>
                  <a:cubicBezTo>
                    <a:pt x="1" y="7"/>
                    <a:pt x="2" y="9"/>
                    <a:pt x="2" y="9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1" y="11"/>
                    <a:pt x="1" y="11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9" y="36"/>
                    <a:pt x="10" y="38"/>
                  </a:cubicBezTo>
                  <a:cubicBezTo>
                    <a:pt x="11" y="40"/>
                    <a:pt x="13" y="41"/>
                    <a:pt x="13" y="4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5" y="51"/>
                    <a:pt x="15" y="51"/>
                    <a:pt x="15" y="51"/>
                  </a:cubicBezTo>
                  <a:cubicBezTo>
                    <a:pt x="13" y="41"/>
                    <a:pt x="13" y="41"/>
                    <a:pt x="13" y="41"/>
                  </a:cubicBezTo>
                  <a:cubicBezTo>
                    <a:pt x="13" y="40"/>
                    <a:pt x="12" y="40"/>
                    <a:pt x="11" y="39"/>
                  </a:cubicBezTo>
                  <a:cubicBezTo>
                    <a:pt x="10" y="37"/>
                    <a:pt x="14" y="36"/>
                    <a:pt x="15" y="36"/>
                  </a:cubicBezTo>
                  <a:cubicBezTo>
                    <a:pt x="15" y="36"/>
                    <a:pt x="14" y="37"/>
                    <a:pt x="13" y="38"/>
                  </a:cubicBezTo>
                  <a:cubicBezTo>
                    <a:pt x="14" y="38"/>
                    <a:pt x="14" y="38"/>
                    <a:pt x="14" y="38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6" y="51"/>
                    <a:pt x="16" y="51"/>
                    <a:pt x="16" y="51"/>
                  </a:cubicBezTo>
                  <a:cubicBezTo>
                    <a:pt x="14" y="37"/>
                    <a:pt x="14" y="37"/>
                    <a:pt x="14" y="37"/>
                  </a:cubicBezTo>
                  <a:close/>
                  <a:moveTo>
                    <a:pt x="29" y="34"/>
                  </a:moveTo>
                  <a:cubicBezTo>
                    <a:pt x="29" y="34"/>
                    <a:pt x="29" y="34"/>
                    <a:pt x="29" y="34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2" y="7"/>
                    <a:pt x="22" y="7"/>
                    <a:pt x="22" y="7"/>
                  </a:cubicBezTo>
                  <a:lnTo>
                    <a:pt x="29" y="34"/>
                  </a:lnTo>
                  <a:close/>
                  <a:moveTo>
                    <a:pt x="19" y="7"/>
                  </a:moveTo>
                  <a:cubicBezTo>
                    <a:pt x="19" y="7"/>
                    <a:pt x="19" y="7"/>
                    <a:pt x="19" y="7"/>
                  </a:cubicBezTo>
                  <a:cubicBezTo>
                    <a:pt x="22" y="7"/>
                    <a:pt x="22" y="7"/>
                    <a:pt x="22" y="7"/>
                  </a:cubicBezTo>
                  <a:cubicBezTo>
                    <a:pt x="22" y="8"/>
                    <a:pt x="22" y="8"/>
                    <a:pt x="22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7"/>
                    <a:pt x="21" y="7"/>
                    <a:pt x="21" y="7"/>
                  </a:cubicBezTo>
                  <a:cubicBezTo>
                    <a:pt x="19" y="7"/>
                    <a:pt x="19" y="7"/>
                    <a:pt x="19" y="7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19" y="7"/>
                    <a:pt x="19" y="7"/>
                    <a:pt x="19" y="7"/>
                  </a:cubicBezTo>
                  <a:close/>
                  <a:moveTo>
                    <a:pt x="19" y="8"/>
                  </a:moveTo>
                  <a:cubicBezTo>
                    <a:pt x="19" y="8"/>
                    <a:pt x="19" y="8"/>
                    <a:pt x="19" y="8"/>
                  </a:cubicBezTo>
                  <a:cubicBezTo>
                    <a:pt x="26" y="32"/>
                    <a:pt x="26" y="32"/>
                    <a:pt x="26" y="32"/>
                  </a:cubicBezTo>
                  <a:cubicBezTo>
                    <a:pt x="19" y="8"/>
                    <a:pt x="19" y="8"/>
                    <a:pt x="19" y="8"/>
                  </a:cubicBezTo>
                  <a:close/>
                  <a:moveTo>
                    <a:pt x="18" y="8"/>
                  </a:moveTo>
                  <a:cubicBezTo>
                    <a:pt x="18" y="8"/>
                    <a:pt x="18" y="8"/>
                    <a:pt x="18" y="8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4" y="34"/>
                    <a:pt x="24" y="34"/>
                    <a:pt x="24" y="34"/>
                  </a:cubicBezTo>
                  <a:cubicBezTo>
                    <a:pt x="16" y="7"/>
                    <a:pt x="16" y="7"/>
                    <a:pt x="16" y="7"/>
                  </a:cubicBezTo>
                  <a:lnTo>
                    <a:pt x="18" y="8"/>
                  </a:lnTo>
                  <a:close/>
                  <a:moveTo>
                    <a:pt x="16" y="8"/>
                  </a:moveTo>
                  <a:cubicBezTo>
                    <a:pt x="16" y="8"/>
                    <a:pt x="16" y="8"/>
                    <a:pt x="16" y="8"/>
                  </a:cubicBezTo>
                  <a:cubicBezTo>
                    <a:pt x="14" y="8"/>
                    <a:pt x="14" y="8"/>
                    <a:pt x="14" y="8"/>
                  </a:cubicBezTo>
                  <a:cubicBezTo>
                    <a:pt x="22" y="34"/>
                    <a:pt x="22" y="34"/>
                    <a:pt x="22" y="34"/>
                  </a:cubicBezTo>
                  <a:cubicBezTo>
                    <a:pt x="14" y="7"/>
                    <a:pt x="14" y="7"/>
                    <a:pt x="14" y="7"/>
                  </a:cubicBezTo>
                  <a:lnTo>
                    <a:pt x="16" y="8"/>
                  </a:lnTo>
                  <a:close/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2" y="8"/>
                    <a:pt x="12" y="8"/>
                    <a:pt x="12" y="8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1" y="8"/>
                    <a:pt x="11" y="8"/>
                    <a:pt x="11" y="8"/>
                  </a:cubicBezTo>
                  <a:cubicBezTo>
                    <a:pt x="11" y="8"/>
                    <a:pt x="14" y="8"/>
                    <a:pt x="14" y="8"/>
                  </a:cubicBezTo>
                  <a:close/>
                  <a:moveTo>
                    <a:pt x="11" y="8"/>
                  </a:moveTo>
                  <a:cubicBezTo>
                    <a:pt x="11" y="8"/>
                    <a:pt x="11" y="8"/>
                    <a:pt x="11" y="8"/>
                  </a:cubicBezTo>
                  <a:cubicBezTo>
                    <a:pt x="10" y="8"/>
                    <a:pt x="10" y="8"/>
                    <a:pt x="10" y="8"/>
                  </a:cubicBezTo>
                  <a:cubicBezTo>
                    <a:pt x="18" y="35"/>
                    <a:pt x="18" y="35"/>
                    <a:pt x="18" y="35"/>
                  </a:cubicBezTo>
                  <a:cubicBezTo>
                    <a:pt x="9" y="8"/>
                    <a:pt x="9" y="8"/>
                    <a:pt x="9" y="8"/>
                  </a:cubicBezTo>
                  <a:lnTo>
                    <a:pt x="11" y="8"/>
                  </a:lnTo>
                  <a:close/>
                  <a:moveTo>
                    <a:pt x="1" y="13"/>
                  </a:move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ubicBezTo>
                    <a:pt x="1" y="13"/>
                    <a:pt x="1" y="13"/>
                    <a:pt x="1" y="13"/>
                  </a:cubicBezTo>
                  <a:close/>
                  <a:moveTo>
                    <a:pt x="1" y="12"/>
                  </a:moveTo>
                  <a:cubicBezTo>
                    <a:pt x="1" y="12"/>
                    <a:pt x="1" y="12"/>
                    <a:pt x="1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1" y="12"/>
                    <a:pt x="1" y="12"/>
                    <a:pt x="1" y="12"/>
                  </a:cubicBezTo>
                  <a:cubicBezTo>
                    <a:pt x="2" y="13"/>
                    <a:pt x="2" y="13"/>
                    <a:pt x="2" y="13"/>
                  </a:cubicBezTo>
                  <a:lnTo>
                    <a:pt x="1" y="12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2" y="14"/>
                    <a:pt x="2" y="14"/>
                    <a:pt x="2" y="14"/>
                  </a:cubicBezTo>
                  <a:lnTo>
                    <a:pt x="2" y="11"/>
                  </a:lnTo>
                  <a:close/>
                  <a:moveTo>
                    <a:pt x="2" y="11"/>
                  </a:moveTo>
                  <a:cubicBezTo>
                    <a:pt x="2" y="11"/>
                    <a:pt x="2" y="11"/>
                    <a:pt x="2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4" y="18"/>
                    <a:pt x="4" y="18"/>
                    <a:pt x="4" y="18"/>
                  </a:cubicBezTo>
                  <a:lnTo>
                    <a:pt x="2" y="11"/>
                  </a:lnTo>
                  <a:close/>
                  <a:moveTo>
                    <a:pt x="3" y="10"/>
                  </a:moveTo>
                  <a:cubicBezTo>
                    <a:pt x="3" y="10"/>
                    <a:pt x="3" y="10"/>
                    <a:pt x="3" y="10"/>
                  </a:cubicBezTo>
                  <a:cubicBezTo>
                    <a:pt x="4" y="11"/>
                    <a:pt x="4" y="11"/>
                    <a:pt x="4" y="11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8" y="25"/>
                    <a:pt x="8" y="25"/>
                    <a:pt x="8" y="25"/>
                  </a:cubicBezTo>
                  <a:lnTo>
                    <a:pt x="3" y="10"/>
                  </a:lnTo>
                  <a:close/>
                  <a:moveTo>
                    <a:pt x="4" y="10"/>
                  </a:moveTo>
                  <a:cubicBezTo>
                    <a:pt x="4" y="10"/>
                    <a:pt x="4" y="10"/>
                    <a:pt x="4" y="10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4" y="10"/>
                    <a:pt x="4" y="10"/>
                    <a:pt x="4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4" y="10"/>
                  </a:lnTo>
                  <a:close/>
                  <a:moveTo>
                    <a:pt x="5" y="9"/>
                  </a:moveTo>
                  <a:cubicBezTo>
                    <a:pt x="5" y="9"/>
                    <a:pt x="5" y="9"/>
                    <a:pt x="5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5" y="10"/>
                    <a:pt x="5" y="10"/>
                    <a:pt x="5" y="10"/>
                  </a:cubicBezTo>
                  <a:cubicBezTo>
                    <a:pt x="13" y="36"/>
                    <a:pt x="13" y="36"/>
                    <a:pt x="13" y="36"/>
                  </a:cubicBezTo>
                  <a:lnTo>
                    <a:pt x="5" y="9"/>
                  </a:lnTo>
                  <a:close/>
                  <a:moveTo>
                    <a:pt x="6" y="9"/>
                  </a:moveTo>
                  <a:cubicBezTo>
                    <a:pt x="6" y="9"/>
                    <a:pt x="6" y="9"/>
                    <a:pt x="6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6" y="9"/>
                    <a:pt x="6" y="9"/>
                    <a:pt x="6" y="9"/>
                  </a:cubicBezTo>
                  <a:cubicBezTo>
                    <a:pt x="14" y="35"/>
                    <a:pt x="14" y="35"/>
                    <a:pt x="14" y="35"/>
                  </a:cubicBezTo>
                  <a:lnTo>
                    <a:pt x="6" y="9"/>
                  </a:lnTo>
                  <a:close/>
                  <a:moveTo>
                    <a:pt x="8" y="9"/>
                  </a:moveTo>
                  <a:cubicBezTo>
                    <a:pt x="8" y="9"/>
                    <a:pt x="8" y="9"/>
                    <a:pt x="8" y="9"/>
                  </a:cubicBezTo>
                  <a:cubicBezTo>
                    <a:pt x="9" y="9"/>
                    <a:pt x="9" y="9"/>
                    <a:pt x="9" y="9"/>
                  </a:cubicBezTo>
                  <a:cubicBezTo>
                    <a:pt x="8" y="9"/>
                    <a:pt x="8" y="9"/>
                    <a:pt x="8" y="9"/>
                  </a:cubicBezTo>
                  <a:cubicBezTo>
                    <a:pt x="16" y="35"/>
                    <a:pt x="16" y="35"/>
                    <a:pt x="16" y="35"/>
                  </a:cubicBezTo>
                  <a:lnTo>
                    <a:pt x="8" y="9"/>
                  </a:lnTo>
                  <a:close/>
                  <a:moveTo>
                    <a:pt x="115" y="29"/>
                  </a:moveTo>
                  <a:cubicBezTo>
                    <a:pt x="115" y="29"/>
                    <a:pt x="115" y="29"/>
                    <a:pt x="115" y="29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3" y="39"/>
                    <a:pt x="113" y="39"/>
                    <a:pt x="113" y="39"/>
                  </a:cubicBezTo>
                  <a:lnTo>
                    <a:pt x="115" y="29"/>
                  </a:lnTo>
                  <a:close/>
                  <a:moveTo>
                    <a:pt x="55" y="37"/>
                  </a:moveTo>
                  <a:cubicBezTo>
                    <a:pt x="55" y="37"/>
                    <a:pt x="55" y="37"/>
                    <a:pt x="55" y="37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6" y="51"/>
                    <a:pt x="56" y="51"/>
                    <a:pt x="56" y="51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3" y="37"/>
                    <a:pt x="52" y="37"/>
                    <a:pt x="50" y="37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5" y="51"/>
                    <a:pt x="58" y="51"/>
                    <a:pt x="61" y="51"/>
                  </a:cubicBezTo>
                  <a:cubicBezTo>
                    <a:pt x="61" y="38"/>
                    <a:pt x="61" y="38"/>
                    <a:pt x="61" y="38"/>
                  </a:cubicBezTo>
                  <a:cubicBezTo>
                    <a:pt x="60" y="38"/>
                    <a:pt x="58" y="38"/>
                    <a:pt x="55" y="37"/>
                  </a:cubicBezTo>
                  <a:close/>
                  <a:moveTo>
                    <a:pt x="57" y="10"/>
                  </a:moveTo>
                  <a:cubicBezTo>
                    <a:pt x="57" y="10"/>
                    <a:pt x="57" y="10"/>
                    <a:pt x="57" y="10"/>
                  </a:cubicBezTo>
                  <a:cubicBezTo>
                    <a:pt x="60" y="36"/>
                    <a:pt x="60" y="36"/>
                    <a:pt x="60" y="36"/>
                  </a:cubicBezTo>
                  <a:cubicBezTo>
                    <a:pt x="57" y="10"/>
                    <a:pt x="57" y="10"/>
                    <a:pt x="57" y="10"/>
                  </a:cubicBezTo>
                  <a:cubicBezTo>
                    <a:pt x="58" y="10"/>
                    <a:pt x="58" y="10"/>
                    <a:pt x="58" y="10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8" y="37"/>
                    <a:pt x="58" y="37"/>
                    <a:pt x="58" y="37"/>
                  </a:cubicBezTo>
                  <a:cubicBezTo>
                    <a:pt x="56" y="9"/>
                    <a:pt x="56" y="9"/>
                    <a:pt x="56" y="9"/>
                  </a:cubicBezTo>
                  <a:cubicBezTo>
                    <a:pt x="54" y="10"/>
                    <a:pt x="54" y="10"/>
                    <a:pt x="54" y="10"/>
                  </a:cubicBezTo>
                  <a:cubicBezTo>
                    <a:pt x="57" y="35"/>
                    <a:pt x="57" y="35"/>
                    <a:pt x="57" y="35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5" y="9"/>
                    <a:pt x="55" y="9"/>
                    <a:pt x="55" y="9"/>
                  </a:cubicBezTo>
                  <a:cubicBezTo>
                    <a:pt x="53" y="9"/>
                    <a:pt x="53" y="9"/>
                    <a:pt x="53" y="9"/>
                  </a:cubicBezTo>
                  <a:cubicBezTo>
                    <a:pt x="55" y="37"/>
                    <a:pt x="55" y="37"/>
                    <a:pt x="55" y="37"/>
                  </a:cubicBezTo>
                  <a:cubicBezTo>
                    <a:pt x="58" y="37"/>
                    <a:pt x="60" y="38"/>
                    <a:pt x="61" y="38"/>
                  </a:cubicBezTo>
                  <a:cubicBezTo>
                    <a:pt x="59" y="10"/>
                    <a:pt x="59" y="10"/>
                    <a:pt x="59" y="10"/>
                  </a:cubicBezTo>
                  <a:lnTo>
                    <a:pt x="57" y="10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66" y="47"/>
                    <a:pt x="166" y="47"/>
                    <a:pt x="166" y="47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54" y="42"/>
                    <a:pt x="154" y="42"/>
                  </a:cubicBezTo>
                  <a:cubicBezTo>
                    <a:pt x="154" y="42"/>
                    <a:pt x="146" y="42"/>
                    <a:pt x="145" y="42"/>
                  </a:cubicBezTo>
                  <a:cubicBezTo>
                    <a:pt x="144" y="42"/>
                    <a:pt x="143" y="42"/>
                    <a:pt x="143" y="42"/>
                  </a:cubicBezTo>
                  <a:cubicBezTo>
                    <a:pt x="143" y="41"/>
                    <a:pt x="143" y="41"/>
                    <a:pt x="143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41" y="41"/>
                    <a:pt x="141" y="41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2"/>
                    <a:pt x="140" y="42"/>
                    <a:pt x="140" y="42"/>
                  </a:cubicBezTo>
                  <a:cubicBezTo>
                    <a:pt x="140" y="41"/>
                    <a:pt x="140" y="41"/>
                    <a:pt x="140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39" y="41"/>
                    <a:pt x="139" y="41"/>
                    <a:pt x="138" y="41"/>
                  </a:cubicBezTo>
                  <a:cubicBezTo>
                    <a:pt x="136" y="41"/>
                    <a:pt x="133" y="41"/>
                    <a:pt x="129" y="41"/>
                  </a:cubicBezTo>
                  <a:cubicBezTo>
                    <a:pt x="128" y="41"/>
                    <a:pt x="124" y="41"/>
                    <a:pt x="119" y="42"/>
                  </a:cubicBezTo>
                  <a:cubicBezTo>
                    <a:pt x="120" y="41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20" y="39"/>
                    <a:pt x="120" y="39"/>
                    <a:pt x="120" y="39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9" y="39"/>
                    <a:pt x="119" y="39"/>
                    <a:pt x="119" y="39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8" y="39"/>
                    <a:pt x="118" y="39"/>
                    <a:pt x="118" y="39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6" y="39"/>
                    <a:pt x="116" y="39"/>
                    <a:pt x="116" y="39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5" y="42"/>
                    <a:pt x="115" y="42"/>
                    <a:pt x="115" y="42"/>
                  </a:cubicBezTo>
                  <a:cubicBezTo>
                    <a:pt x="115" y="42"/>
                    <a:pt x="115" y="42"/>
                    <a:pt x="114" y="42"/>
                  </a:cubicBezTo>
                  <a:cubicBezTo>
                    <a:pt x="115" y="39"/>
                    <a:pt x="115" y="39"/>
                    <a:pt x="115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4" y="39"/>
                    <a:pt x="114" y="39"/>
                    <a:pt x="114" y="39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42"/>
                    <a:pt x="113" y="42"/>
                    <a:pt x="113" y="42"/>
                  </a:cubicBezTo>
                  <a:cubicBezTo>
                    <a:pt x="113" y="39"/>
                    <a:pt x="113" y="39"/>
                    <a:pt x="113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2" y="39"/>
                    <a:pt x="112" y="40"/>
                    <a:pt x="112" y="39"/>
                  </a:cubicBezTo>
                  <a:cubicBezTo>
                    <a:pt x="112" y="39"/>
                    <a:pt x="112" y="39"/>
                    <a:pt x="112" y="39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39"/>
                    <a:pt x="111" y="39"/>
                    <a:pt x="111" y="39"/>
                  </a:cubicBezTo>
                  <a:cubicBezTo>
                    <a:pt x="111" y="40"/>
                    <a:pt x="111" y="40"/>
                    <a:pt x="111" y="40"/>
                  </a:cubicBezTo>
                  <a:cubicBezTo>
                    <a:pt x="110" y="40"/>
                    <a:pt x="110" y="40"/>
                    <a:pt x="110" y="40"/>
                  </a:cubicBezTo>
                  <a:cubicBezTo>
                    <a:pt x="110" y="39"/>
                    <a:pt x="110" y="39"/>
                    <a:pt x="110" y="39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39"/>
                    <a:pt x="109" y="39"/>
                    <a:pt x="109" y="39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9" y="40"/>
                    <a:pt x="109" y="40"/>
                    <a:pt x="109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8" y="40"/>
                    <a:pt x="108" y="40"/>
                    <a:pt x="108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7" y="40"/>
                    <a:pt x="107" y="40"/>
                    <a:pt x="107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6" y="40"/>
                    <a:pt x="106" y="40"/>
                    <a:pt x="106" y="40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5" y="43"/>
                    <a:pt x="105" y="43"/>
                    <a:pt x="105" y="43"/>
                  </a:cubicBezTo>
                  <a:cubicBezTo>
                    <a:pt x="105" y="43"/>
                    <a:pt x="104" y="43"/>
                    <a:pt x="104" y="43"/>
                  </a:cubicBezTo>
                  <a:cubicBezTo>
                    <a:pt x="105" y="40"/>
                    <a:pt x="105" y="40"/>
                    <a:pt x="105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4" y="40"/>
                    <a:pt x="104" y="40"/>
                    <a:pt x="104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3" y="40"/>
                    <a:pt x="103" y="40"/>
                    <a:pt x="103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3"/>
                    <a:pt x="102" y="43"/>
                    <a:pt x="102" y="43"/>
                  </a:cubicBezTo>
                  <a:cubicBezTo>
                    <a:pt x="102" y="43"/>
                    <a:pt x="101" y="43"/>
                    <a:pt x="101" y="43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2" y="40"/>
                    <a:pt x="102" y="40"/>
                    <a:pt x="102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100" y="40"/>
                    <a:pt x="100" y="40"/>
                    <a:pt x="100" y="40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0"/>
                    <a:pt x="99" y="40"/>
                    <a:pt x="99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8" y="40"/>
                    <a:pt x="98" y="40"/>
                    <a:pt x="98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7" y="40"/>
                    <a:pt x="97" y="40"/>
                    <a:pt x="97" y="40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6" y="44"/>
                    <a:pt x="96" y="44"/>
                    <a:pt x="96" y="44"/>
                  </a:cubicBezTo>
                  <a:cubicBezTo>
                    <a:pt x="96" y="44"/>
                    <a:pt x="95" y="44"/>
                    <a:pt x="95" y="44"/>
                  </a:cubicBezTo>
                  <a:cubicBezTo>
                    <a:pt x="96" y="40"/>
                    <a:pt x="96" y="40"/>
                    <a:pt x="96" y="40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5" y="41"/>
                    <a:pt x="95" y="41"/>
                    <a:pt x="95" y="41"/>
                  </a:cubicBezTo>
                  <a:cubicBezTo>
                    <a:pt x="94" y="40"/>
                    <a:pt x="94" y="40"/>
                    <a:pt x="94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3" y="40"/>
                    <a:pt x="93" y="40"/>
                    <a:pt x="93" y="40"/>
                  </a:cubicBezTo>
                  <a:cubicBezTo>
                    <a:pt x="92" y="44"/>
                    <a:pt x="92" y="44"/>
                    <a:pt x="92" y="44"/>
                  </a:cubicBezTo>
                  <a:cubicBezTo>
                    <a:pt x="92" y="44"/>
                    <a:pt x="92" y="45"/>
                    <a:pt x="92" y="45"/>
                  </a:cubicBezTo>
                  <a:cubicBezTo>
                    <a:pt x="92" y="40"/>
                    <a:pt x="92" y="40"/>
                    <a:pt x="92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90" y="40"/>
                    <a:pt x="90" y="40"/>
                    <a:pt x="90" y="40"/>
                  </a:cubicBezTo>
                  <a:cubicBezTo>
                    <a:pt x="89" y="40"/>
                    <a:pt x="89" y="40"/>
                    <a:pt x="89" y="40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6" y="40"/>
                    <a:pt x="86" y="40"/>
                    <a:pt x="86" y="40"/>
                  </a:cubicBezTo>
                  <a:cubicBezTo>
                    <a:pt x="85" y="40"/>
                    <a:pt x="85" y="40"/>
                    <a:pt x="85" y="40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4" y="40"/>
                    <a:pt x="84" y="40"/>
                    <a:pt x="84" y="40"/>
                  </a:cubicBezTo>
                  <a:cubicBezTo>
                    <a:pt x="83" y="40"/>
                    <a:pt x="83" y="40"/>
                    <a:pt x="83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1" y="40"/>
                    <a:pt x="81" y="40"/>
                    <a:pt x="81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6"/>
                    <a:pt x="80" y="46"/>
                    <a:pt x="80" y="46"/>
                  </a:cubicBezTo>
                  <a:cubicBezTo>
                    <a:pt x="80" y="46"/>
                    <a:pt x="80" y="46"/>
                    <a:pt x="80" y="47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80" y="40"/>
                    <a:pt x="80" y="40"/>
                    <a:pt x="80" y="40"/>
                  </a:cubicBezTo>
                  <a:cubicBezTo>
                    <a:pt x="79" y="40"/>
                    <a:pt x="79" y="40"/>
                    <a:pt x="79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7" y="40"/>
                    <a:pt x="77" y="40"/>
                    <a:pt x="77" y="40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39"/>
                    <a:pt x="76" y="39"/>
                    <a:pt x="76" y="39"/>
                  </a:cubicBezTo>
                  <a:cubicBezTo>
                    <a:pt x="76" y="47"/>
                    <a:pt x="76" y="47"/>
                    <a:pt x="76" y="47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39"/>
                    <a:pt x="75" y="39"/>
                    <a:pt x="75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4" y="39"/>
                    <a:pt x="74" y="39"/>
                    <a:pt x="74" y="39"/>
                  </a:cubicBezTo>
                  <a:cubicBezTo>
                    <a:pt x="73" y="39"/>
                    <a:pt x="73" y="39"/>
                    <a:pt x="73" y="39"/>
                  </a:cubicBezTo>
                  <a:cubicBezTo>
                    <a:pt x="72" y="39"/>
                    <a:pt x="72" y="39"/>
                    <a:pt x="72" y="39"/>
                  </a:cubicBezTo>
                  <a:cubicBezTo>
                    <a:pt x="71" y="39"/>
                    <a:pt x="71" y="39"/>
                    <a:pt x="71" y="39"/>
                  </a:cubicBezTo>
                  <a:cubicBezTo>
                    <a:pt x="71" y="49"/>
                    <a:pt x="71" y="49"/>
                    <a:pt x="71" y="49"/>
                  </a:cubicBezTo>
                  <a:cubicBezTo>
                    <a:pt x="70" y="49"/>
                    <a:pt x="70" y="49"/>
                    <a:pt x="70" y="49"/>
                  </a:cubicBezTo>
                  <a:cubicBezTo>
                    <a:pt x="70" y="39"/>
                    <a:pt x="70" y="39"/>
                    <a:pt x="70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9" y="39"/>
                    <a:pt x="69" y="39"/>
                    <a:pt x="69" y="39"/>
                  </a:cubicBezTo>
                  <a:cubicBezTo>
                    <a:pt x="68" y="39"/>
                    <a:pt x="68" y="39"/>
                    <a:pt x="68" y="39"/>
                  </a:cubicBezTo>
                  <a:cubicBezTo>
                    <a:pt x="67" y="39"/>
                    <a:pt x="67" y="39"/>
                    <a:pt x="67" y="39"/>
                  </a:cubicBezTo>
                  <a:cubicBezTo>
                    <a:pt x="66" y="39"/>
                    <a:pt x="66" y="39"/>
                    <a:pt x="66" y="39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51"/>
                    <a:pt x="66" y="51"/>
                    <a:pt x="66" y="51"/>
                  </a:cubicBezTo>
                  <a:cubicBezTo>
                    <a:pt x="66" y="38"/>
                    <a:pt x="66" y="38"/>
                    <a:pt x="66" y="38"/>
                  </a:cubicBezTo>
                  <a:cubicBezTo>
                    <a:pt x="64" y="38"/>
                    <a:pt x="64" y="38"/>
                    <a:pt x="64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2" y="38"/>
                  </a:cubicBezTo>
                  <a:cubicBezTo>
                    <a:pt x="62" y="38"/>
                    <a:pt x="62" y="38"/>
                    <a:pt x="61" y="38"/>
                  </a:cubicBezTo>
                  <a:cubicBezTo>
                    <a:pt x="61" y="51"/>
                    <a:pt x="61" y="51"/>
                    <a:pt x="61" y="51"/>
                  </a:cubicBezTo>
                  <a:cubicBezTo>
                    <a:pt x="63" y="51"/>
                    <a:pt x="64" y="51"/>
                    <a:pt x="64" y="51"/>
                  </a:cubicBezTo>
                  <a:cubicBezTo>
                    <a:pt x="69" y="51"/>
                    <a:pt x="69" y="51"/>
                    <a:pt x="69" y="51"/>
                  </a:cubicBezTo>
                  <a:cubicBezTo>
                    <a:pt x="69" y="51"/>
                    <a:pt x="71" y="51"/>
                    <a:pt x="74" y="50"/>
                  </a:cubicBezTo>
                  <a:cubicBezTo>
                    <a:pt x="74" y="51"/>
                    <a:pt x="74" y="51"/>
                    <a:pt x="74" y="51"/>
                  </a:cubicBezTo>
                  <a:cubicBezTo>
                    <a:pt x="81" y="51"/>
                    <a:pt x="81" y="51"/>
                    <a:pt x="81" y="51"/>
                  </a:cubicBezTo>
                  <a:cubicBezTo>
                    <a:pt x="81" y="51"/>
                    <a:pt x="82" y="51"/>
                    <a:pt x="82" y="51"/>
                  </a:cubicBezTo>
                  <a:cubicBezTo>
                    <a:pt x="86" y="51"/>
                    <a:pt x="97" y="51"/>
                    <a:pt x="103" y="51"/>
                  </a:cubicBezTo>
                  <a:cubicBezTo>
                    <a:pt x="110" y="51"/>
                    <a:pt x="131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2" y="50"/>
                    <a:pt x="132" y="50"/>
                  </a:cubicBezTo>
                  <a:cubicBezTo>
                    <a:pt x="132" y="50"/>
                    <a:pt x="134" y="48"/>
                    <a:pt x="136" y="47"/>
                  </a:cubicBezTo>
                  <a:cubicBezTo>
                    <a:pt x="138" y="45"/>
                    <a:pt x="139" y="45"/>
                    <a:pt x="139" y="44"/>
                  </a:cubicBezTo>
                  <a:cubicBezTo>
                    <a:pt x="140" y="44"/>
                    <a:pt x="141" y="43"/>
                    <a:pt x="141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40" y="42"/>
                    <a:pt x="140" y="42"/>
                    <a:pt x="141" y="42"/>
                  </a:cubicBezTo>
                  <a:cubicBezTo>
                    <a:pt x="141" y="42"/>
                    <a:pt x="141" y="41"/>
                    <a:pt x="141" y="41"/>
                  </a:cubicBezTo>
                  <a:cubicBezTo>
                    <a:pt x="142" y="42"/>
                    <a:pt x="142" y="42"/>
                    <a:pt x="142" y="42"/>
                  </a:cubicBezTo>
                  <a:cubicBezTo>
                    <a:pt x="142" y="43"/>
                    <a:pt x="142" y="43"/>
                    <a:pt x="142" y="43"/>
                  </a:cubicBezTo>
                  <a:cubicBezTo>
                    <a:pt x="141" y="43"/>
                    <a:pt x="141" y="43"/>
                    <a:pt x="141" y="43"/>
                  </a:cubicBezTo>
                  <a:cubicBezTo>
                    <a:pt x="141" y="43"/>
                    <a:pt x="139" y="45"/>
                    <a:pt x="137" y="46"/>
                  </a:cubicBezTo>
                  <a:cubicBezTo>
                    <a:pt x="135" y="47"/>
                    <a:pt x="132" y="50"/>
                    <a:pt x="132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3" y="50"/>
                    <a:pt x="133" y="50"/>
                    <a:pt x="133" y="50"/>
                  </a:cubicBezTo>
                  <a:cubicBezTo>
                    <a:pt x="133" y="50"/>
                    <a:pt x="134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5" y="50"/>
                    <a:pt x="135" y="50"/>
                    <a:pt x="135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6" y="50"/>
                  </a:cubicBezTo>
                  <a:cubicBezTo>
                    <a:pt x="136" y="50"/>
                    <a:pt x="136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7" y="50"/>
                    <a:pt x="137" y="50"/>
                    <a:pt x="137" y="50"/>
                  </a:cubicBezTo>
                  <a:cubicBezTo>
                    <a:pt x="138" y="50"/>
                    <a:pt x="140" y="50"/>
                    <a:pt x="143" y="50"/>
                  </a:cubicBezTo>
                  <a:cubicBezTo>
                    <a:pt x="147" y="50"/>
                    <a:pt x="152" y="50"/>
                    <a:pt x="152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1" y="50"/>
                    <a:pt x="141" y="50"/>
                    <a:pt x="141" y="50"/>
                  </a:cubicBez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1" y="45"/>
                    <a:pt x="141" y="45"/>
                    <a:pt x="141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1" y="45"/>
                    <a:pt x="141" y="44"/>
                    <a:pt x="141" y="44"/>
                  </a:cubicBezTo>
                  <a:cubicBezTo>
                    <a:pt x="141" y="44"/>
                    <a:pt x="142" y="44"/>
                    <a:pt x="142" y="44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2" y="46"/>
                    <a:pt x="142" y="46"/>
                    <a:pt x="142" y="46"/>
                  </a:cubicBezTo>
                  <a:cubicBezTo>
                    <a:pt x="141" y="46"/>
                    <a:pt x="141" y="46"/>
                    <a:pt x="141" y="46"/>
                  </a:cubicBezTo>
                  <a:cubicBezTo>
                    <a:pt x="141" y="47"/>
                    <a:pt x="141" y="47"/>
                    <a:pt x="141" y="47"/>
                  </a:cubicBezTo>
                  <a:cubicBezTo>
                    <a:pt x="142" y="47"/>
                    <a:pt x="142" y="47"/>
                    <a:pt x="142" y="47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1" y="48"/>
                    <a:pt x="141" y="48"/>
                    <a:pt x="141" y="48"/>
                  </a:cubicBezTo>
                  <a:cubicBezTo>
                    <a:pt x="142" y="48"/>
                    <a:pt x="142" y="48"/>
                    <a:pt x="142" y="48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2" y="49"/>
                    <a:pt x="142" y="49"/>
                    <a:pt x="142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1" y="49"/>
                    <a:pt x="141" y="49"/>
                    <a:pt x="141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5" y="49"/>
                    <a:pt x="165" y="49"/>
                    <a:pt x="165" y="49"/>
                  </a:cubicBezTo>
                  <a:cubicBezTo>
                    <a:pt x="168" y="49"/>
                    <a:pt x="168" y="49"/>
                    <a:pt x="168" y="49"/>
                  </a:cubicBezTo>
                  <a:cubicBezTo>
                    <a:pt x="168" y="49"/>
                    <a:pt x="168" y="49"/>
                    <a:pt x="168" y="49"/>
                  </a:cubicBezTo>
                  <a:lnTo>
                    <a:pt x="166" y="48"/>
                  </a:lnTo>
                  <a:close/>
                  <a:moveTo>
                    <a:pt x="119" y="43"/>
                  </a:move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2"/>
                    <a:pt x="119" y="42"/>
                    <a:pt x="119" y="42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3"/>
                    <a:pt x="119" y="43"/>
                  </a:cubicBezTo>
                  <a:close/>
                  <a:moveTo>
                    <a:pt x="118" y="42"/>
                  </a:moveTo>
                  <a:cubicBezTo>
                    <a:pt x="118" y="42"/>
                    <a:pt x="118" y="42"/>
                    <a:pt x="118" y="42"/>
                  </a:cubicBezTo>
                  <a:cubicBezTo>
                    <a:pt x="118" y="42"/>
                    <a:pt x="118" y="42"/>
                    <a:pt x="118" y="42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lnTo>
                    <a:pt x="118" y="42"/>
                  </a:lnTo>
                  <a:close/>
                  <a:moveTo>
                    <a:pt x="118" y="43"/>
                  </a:move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8" y="43"/>
                    <a:pt x="118" y="43"/>
                    <a:pt x="118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8" y="43"/>
                  </a:lnTo>
                  <a:close/>
                  <a:moveTo>
                    <a:pt x="117" y="42"/>
                  </a:moveTo>
                  <a:cubicBezTo>
                    <a:pt x="117" y="42"/>
                    <a:pt x="117" y="42"/>
                    <a:pt x="117" y="42"/>
                  </a:cubicBezTo>
                  <a:cubicBezTo>
                    <a:pt x="117" y="42"/>
                    <a:pt x="117" y="42"/>
                    <a:pt x="117" y="42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lnTo>
                    <a:pt x="117" y="42"/>
                  </a:lnTo>
                  <a:close/>
                  <a:moveTo>
                    <a:pt x="117" y="43"/>
                  </a:move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ubicBezTo>
                    <a:pt x="117" y="43"/>
                    <a:pt x="117" y="43"/>
                    <a:pt x="117" y="43"/>
                  </a:cubicBezTo>
                  <a:close/>
                  <a:moveTo>
                    <a:pt x="116" y="42"/>
                  </a:moveTo>
                  <a:cubicBezTo>
                    <a:pt x="116" y="42"/>
                    <a:pt x="116" y="42"/>
                    <a:pt x="116" y="42"/>
                  </a:cubicBezTo>
                  <a:cubicBezTo>
                    <a:pt x="116" y="42"/>
                    <a:pt x="116" y="42"/>
                    <a:pt x="116" y="42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5" y="43"/>
                  </a:cubicBezTo>
                  <a:lnTo>
                    <a:pt x="116" y="42"/>
                  </a:lnTo>
                  <a:close/>
                  <a:moveTo>
                    <a:pt x="115" y="43"/>
                  </a:moveTo>
                  <a:cubicBezTo>
                    <a:pt x="115" y="43"/>
                    <a:pt x="115" y="43"/>
                    <a:pt x="115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6" y="43"/>
                    <a:pt x="116" y="43"/>
                    <a:pt x="116" y="43"/>
                  </a:cubicBezTo>
                  <a:cubicBezTo>
                    <a:pt x="115" y="43"/>
                    <a:pt x="115" y="43"/>
                    <a:pt x="115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2"/>
                    <a:pt x="115" y="42"/>
                    <a:pt x="115" y="42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5" y="43"/>
                    <a:pt x="114" y="43"/>
                    <a:pt x="114" y="43"/>
                  </a:cubicBezTo>
                  <a:close/>
                  <a:moveTo>
                    <a:pt x="114" y="43"/>
                  </a:moveTo>
                  <a:cubicBezTo>
                    <a:pt x="114" y="43"/>
                    <a:pt x="114" y="43"/>
                    <a:pt x="114" y="43"/>
                  </a:cubicBezTo>
                  <a:cubicBezTo>
                    <a:pt x="114" y="43"/>
                    <a:pt x="115" y="43"/>
                    <a:pt x="115" y="43"/>
                  </a:cubicBezTo>
                  <a:cubicBezTo>
                    <a:pt x="115" y="43"/>
                    <a:pt x="115" y="43"/>
                    <a:pt x="115" y="43"/>
                  </a:cubicBezTo>
                  <a:cubicBezTo>
                    <a:pt x="114" y="43"/>
                    <a:pt x="114" y="43"/>
                    <a:pt x="114" y="43"/>
                  </a:cubicBezTo>
                  <a:close/>
                  <a:moveTo>
                    <a:pt x="113" y="43"/>
                  </a:move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3"/>
                    <a:pt x="113" y="43"/>
                    <a:pt x="113" y="43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3" y="44"/>
                    <a:pt x="113" y="44"/>
                    <a:pt x="112" y="44"/>
                  </a:cubicBezTo>
                  <a:lnTo>
                    <a:pt x="113" y="43"/>
                  </a:lnTo>
                  <a:close/>
                  <a:moveTo>
                    <a:pt x="112" y="44"/>
                  </a:moveTo>
                  <a:cubicBezTo>
                    <a:pt x="112" y="44"/>
                    <a:pt x="112" y="44"/>
                    <a:pt x="112" y="44"/>
                  </a:cubicBezTo>
                  <a:cubicBezTo>
                    <a:pt x="113" y="44"/>
                    <a:pt x="113" y="44"/>
                    <a:pt x="113" y="44"/>
                  </a:cubicBezTo>
                  <a:cubicBezTo>
                    <a:pt x="112" y="44"/>
                    <a:pt x="112" y="44"/>
                    <a:pt x="112" y="44"/>
                  </a:cubicBezTo>
                  <a:close/>
                  <a:moveTo>
                    <a:pt x="111" y="43"/>
                  </a:moveTo>
                  <a:cubicBezTo>
                    <a:pt x="111" y="43"/>
                    <a:pt x="111" y="43"/>
                    <a:pt x="111" y="43"/>
                  </a:cubicBezTo>
                  <a:cubicBezTo>
                    <a:pt x="111" y="43"/>
                    <a:pt x="111" y="43"/>
                    <a:pt x="111" y="43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lnTo>
                    <a:pt x="111" y="43"/>
                  </a:lnTo>
                  <a:close/>
                  <a:moveTo>
                    <a:pt x="111" y="44"/>
                  </a:move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ubicBezTo>
                    <a:pt x="111" y="44"/>
                    <a:pt x="111" y="44"/>
                    <a:pt x="111" y="44"/>
                  </a:cubicBezTo>
                  <a:close/>
                  <a:moveTo>
                    <a:pt x="109" y="43"/>
                  </a:moveTo>
                  <a:cubicBezTo>
                    <a:pt x="109" y="43"/>
                    <a:pt x="109" y="43"/>
                    <a:pt x="109" y="43"/>
                  </a:cubicBezTo>
                  <a:cubicBezTo>
                    <a:pt x="109" y="43"/>
                    <a:pt x="109" y="43"/>
                    <a:pt x="109" y="43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lnTo>
                    <a:pt x="109" y="43"/>
                  </a:lnTo>
                  <a:close/>
                  <a:moveTo>
                    <a:pt x="109" y="44"/>
                  </a:move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ubicBezTo>
                    <a:pt x="109" y="44"/>
                    <a:pt x="109" y="44"/>
                    <a:pt x="109" y="44"/>
                  </a:cubicBezTo>
                  <a:close/>
                  <a:moveTo>
                    <a:pt x="107" y="43"/>
                  </a:moveTo>
                  <a:cubicBezTo>
                    <a:pt x="107" y="43"/>
                    <a:pt x="107" y="43"/>
                    <a:pt x="107" y="43"/>
                  </a:cubicBezTo>
                  <a:cubicBezTo>
                    <a:pt x="107" y="43"/>
                    <a:pt x="107" y="43"/>
                    <a:pt x="107" y="43"/>
                  </a:cubicBezTo>
                  <a:cubicBezTo>
                    <a:pt x="107" y="44"/>
                    <a:pt x="107" y="44"/>
                    <a:pt x="107" y="44"/>
                  </a:cubicBezTo>
                  <a:cubicBezTo>
                    <a:pt x="107" y="44"/>
                    <a:pt x="107" y="44"/>
                    <a:pt x="106" y="44"/>
                  </a:cubicBezTo>
                  <a:lnTo>
                    <a:pt x="107" y="43"/>
                  </a:lnTo>
                  <a:close/>
                  <a:moveTo>
                    <a:pt x="106" y="44"/>
                  </a:move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6" y="44"/>
                    <a:pt x="106" y="44"/>
                    <a:pt x="106" y="44"/>
                  </a:cubicBezTo>
                  <a:close/>
                  <a:moveTo>
                    <a:pt x="104" y="43"/>
                  </a:moveTo>
                  <a:cubicBezTo>
                    <a:pt x="104" y="43"/>
                    <a:pt x="104" y="43"/>
                    <a:pt x="104" y="43"/>
                  </a:cubicBezTo>
                  <a:cubicBezTo>
                    <a:pt x="104" y="43"/>
                    <a:pt x="105" y="43"/>
                    <a:pt x="105" y="43"/>
                  </a:cubicBezTo>
                  <a:cubicBezTo>
                    <a:pt x="105" y="45"/>
                    <a:pt x="105" y="45"/>
                    <a:pt x="105" y="45"/>
                  </a:cubicBezTo>
                  <a:cubicBezTo>
                    <a:pt x="104" y="45"/>
                    <a:pt x="104" y="45"/>
                    <a:pt x="104" y="45"/>
                  </a:cubicBezTo>
                  <a:lnTo>
                    <a:pt x="104" y="43"/>
                  </a:lnTo>
                  <a:close/>
                  <a:moveTo>
                    <a:pt x="101" y="44"/>
                  </a:moveTo>
                  <a:cubicBezTo>
                    <a:pt x="101" y="44"/>
                    <a:pt x="101" y="44"/>
                    <a:pt x="101" y="44"/>
                  </a:cubicBezTo>
                  <a:cubicBezTo>
                    <a:pt x="101" y="44"/>
                    <a:pt x="102" y="44"/>
                    <a:pt x="102" y="44"/>
                  </a:cubicBezTo>
                  <a:cubicBezTo>
                    <a:pt x="102" y="45"/>
                    <a:pt x="102" y="45"/>
                    <a:pt x="102" y="45"/>
                  </a:cubicBezTo>
                  <a:cubicBezTo>
                    <a:pt x="101" y="45"/>
                    <a:pt x="101" y="45"/>
                    <a:pt x="101" y="45"/>
                  </a:cubicBezTo>
                  <a:lnTo>
                    <a:pt x="101" y="44"/>
                  </a:lnTo>
                  <a:close/>
                  <a:moveTo>
                    <a:pt x="98" y="44"/>
                  </a:moveTo>
                  <a:cubicBezTo>
                    <a:pt x="98" y="44"/>
                    <a:pt x="98" y="44"/>
                    <a:pt x="98" y="44"/>
                  </a:cubicBezTo>
                  <a:cubicBezTo>
                    <a:pt x="99" y="44"/>
                    <a:pt x="99" y="44"/>
                    <a:pt x="99" y="44"/>
                  </a:cubicBezTo>
                  <a:cubicBezTo>
                    <a:pt x="99" y="45"/>
                    <a:pt x="99" y="45"/>
                    <a:pt x="99" y="45"/>
                  </a:cubicBezTo>
                  <a:cubicBezTo>
                    <a:pt x="99" y="45"/>
                    <a:pt x="99" y="45"/>
                    <a:pt x="98" y="45"/>
                  </a:cubicBezTo>
                  <a:lnTo>
                    <a:pt x="98" y="44"/>
                  </a:lnTo>
                  <a:close/>
                  <a:moveTo>
                    <a:pt x="95" y="44"/>
                  </a:moveTo>
                  <a:cubicBezTo>
                    <a:pt x="95" y="44"/>
                    <a:pt x="95" y="44"/>
                    <a:pt x="95" y="44"/>
                  </a:cubicBezTo>
                  <a:cubicBezTo>
                    <a:pt x="95" y="44"/>
                    <a:pt x="96" y="44"/>
                    <a:pt x="96" y="44"/>
                  </a:cubicBezTo>
                  <a:cubicBezTo>
                    <a:pt x="96" y="46"/>
                    <a:pt x="96" y="46"/>
                    <a:pt x="96" y="46"/>
                  </a:cubicBezTo>
                  <a:cubicBezTo>
                    <a:pt x="95" y="46"/>
                    <a:pt x="95" y="46"/>
                    <a:pt x="95" y="46"/>
                  </a:cubicBezTo>
                  <a:lnTo>
                    <a:pt x="95" y="44"/>
                  </a:lnTo>
                  <a:close/>
                  <a:moveTo>
                    <a:pt x="92" y="45"/>
                  </a:moveTo>
                  <a:cubicBezTo>
                    <a:pt x="92" y="45"/>
                    <a:pt x="92" y="45"/>
                    <a:pt x="92" y="45"/>
                  </a:cubicBezTo>
                  <a:cubicBezTo>
                    <a:pt x="92" y="45"/>
                    <a:pt x="92" y="45"/>
                    <a:pt x="92" y="45"/>
                  </a:cubicBezTo>
                  <a:cubicBezTo>
                    <a:pt x="92" y="46"/>
                    <a:pt x="92" y="46"/>
                    <a:pt x="92" y="46"/>
                  </a:cubicBezTo>
                  <a:cubicBezTo>
                    <a:pt x="92" y="46"/>
                    <a:pt x="92" y="46"/>
                    <a:pt x="91" y="46"/>
                  </a:cubicBezTo>
                  <a:lnTo>
                    <a:pt x="92" y="45"/>
                  </a:lnTo>
                  <a:close/>
                  <a:moveTo>
                    <a:pt x="88" y="45"/>
                  </a:moveTo>
                  <a:cubicBezTo>
                    <a:pt x="88" y="45"/>
                    <a:pt x="88" y="45"/>
                    <a:pt x="88" y="45"/>
                  </a:cubicBezTo>
                  <a:cubicBezTo>
                    <a:pt x="88" y="45"/>
                    <a:pt x="88" y="45"/>
                    <a:pt x="88" y="45"/>
                  </a:cubicBezTo>
                  <a:cubicBezTo>
                    <a:pt x="88" y="47"/>
                    <a:pt x="88" y="47"/>
                    <a:pt x="88" y="47"/>
                  </a:cubicBezTo>
                  <a:cubicBezTo>
                    <a:pt x="88" y="47"/>
                    <a:pt x="88" y="47"/>
                    <a:pt x="88" y="47"/>
                  </a:cubicBezTo>
                  <a:lnTo>
                    <a:pt x="88" y="45"/>
                  </a:lnTo>
                  <a:close/>
                  <a:moveTo>
                    <a:pt x="84" y="46"/>
                  </a:moveTo>
                  <a:cubicBezTo>
                    <a:pt x="84" y="46"/>
                    <a:pt x="84" y="46"/>
                    <a:pt x="84" y="46"/>
                  </a:cubicBezTo>
                  <a:cubicBezTo>
                    <a:pt x="84" y="46"/>
                    <a:pt x="84" y="46"/>
                    <a:pt x="84" y="46"/>
                  </a:cubicBezTo>
                  <a:cubicBezTo>
                    <a:pt x="84" y="47"/>
                    <a:pt x="84" y="47"/>
                    <a:pt x="84" y="47"/>
                  </a:cubicBezTo>
                  <a:cubicBezTo>
                    <a:pt x="84" y="47"/>
                    <a:pt x="84" y="47"/>
                    <a:pt x="84" y="47"/>
                  </a:cubicBezTo>
                  <a:lnTo>
                    <a:pt x="84" y="46"/>
                  </a:lnTo>
                  <a:close/>
                  <a:moveTo>
                    <a:pt x="80" y="47"/>
                  </a:moveTo>
                  <a:cubicBezTo>
                    <a:pt x="80" y="47"/>
                    <a:pt x="80" y="47"/>
                    <a:pt x="80" y="47"/>
                  </a:cubicBezTo>
                  <a:cubicBezTo>
                    <a:pt x="80" y="47"/>
                    <a:pt x="80" y="47"/>
                    <a:pt x="80" y="47"/>
                  </a:cubicBezTo>
                  <a:cubicBezTo>
                    <a:pt x="80" y="48"/>
                    <a:pt x="80" y="48"/>
                    <a:pt x="80" y="48"/>
                  </a:cubicBezTo>
                  <a:cubicBezTo>
                    <a:pt x="80" y="48"/>
                    <a:pt x="80" y="48"/>
                    <a:pt x="80" y="48"/>
                  </a:cubicBezTo>
                  <a:lnTo>
                    <a:pt x="80" y="47"/>
                  </a:ln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4" y="49"/>
                    <a:pt x="75" y="49"/>
                    <a:pt x="75" y="49"/>
                  </a:cubicBezTo>
                  <a:cubicBezTo>
                    <a:pt x="75" y="47"/>
                    <a:pt x="75" y="47"/>
                    <a:pt x="75" y="47"/>
                  </a:cubicBezTo>
                  <a:cubicBezTo>
                    <a:pt x="75" y="47"/>
                    <a:pt x="75" y="47"/>
                    <a:pt x="76" y="47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6" y="48"/>
                    <a:pt x="77" y="48"/>
                    <a:pt x="77" y="48"/>
                  </a:cubicBezTo>
                  <a:cubicBezTo>
                    <a:pt x="77" y="48"/>
                    <a:pt x="76" y="48"/>
                    <a:pt x="76" y="49"/>
                  </a:cubicBezTo>
                  <a:cubicBezTo>
                    <a:pt x="76" y="48"/>
                    <a:pt x="76" y="48"/>
                    <a:pt x="76" y="48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5" y="49"/>
                    <a:pt x="75" y="49"/>
                  </a:cubicBezTo>
                  <a:cubicBezTo>
                    <a:pt x="75" y="49"/>
                    <a:pt x="74" y="49"/>
                    <a:pt x="74" y="49"/>
                  </a:cubicBezTo>
                  <a:close/>
                  <a:moveTo>
                    <a:pt x="74" y="49"/>
                  </a:moveTo>
                  <a:cubicBezTo>
                    <a:pt x="74" y="49"/>
                    <a:pt x="74" y="49"/>
                    <a:pt x="74" y="49"/>
                  </a:cubicBezTo>
                  <a:cubicBezTo>
                    <a:pt x="71" y="49"/>
                    <a:pt x="69" y="50"/>
                    <a:pt x="67" y="50"/>
                  </a:cubicBezTo>
                  <a:cubicBezTo>
                    <a:pt x="69" y="50"/>
                    <a:pt x="72" y="49"/>
                    <a:pt x="73" y="49"/>
                  </a:cubicBezTo>
                  <a:cubicBezTo>
                    <a:pt x="73" y="49"/>
                    <a:pt x="74" y="49"/>
                    <a:pt x="74" y="49"/>
                  </a:cubicBezTo>
                  <a:close/>
                  <a:moveTo>
                    <a:pt x="87" y="51"/>
                  </a:moveTo>
                  <a:cubicBezTo>
                    <a:pt x="87" y="51"/>
                    <a:pt x="87" y="51"/>
                    <a:pt x="87" y="51"/>
                  </a:cubicBezTo>
                  <a:cubicBezTo>
                    <a:pt x="85" y="51"/>
                    <a:pt x="84" y="51"/>
                    <a:pt x="83" y="51"/>
                  </a:cubicBezTo>
                  <a:cubicBezTo>
                    <a:pt x="84" y="51"/>
                    <a:pt x="85" y="51"/>
                    <a:pt x="87" y="50"/>
                  </a:cubicBezTo>
                  <a:lnTo>
                    <a:pt x="87" y="51"/>
                  </a:lnTo>
                  <a:close/>
                  <a:moveTo>
                    <a:pt x="89" y="51"/>
                  </a:moveTo>
                  <a:cubicBezTo>
                    <a:pt x="89" y="51"/>
                    <a:pt x="89" y="51"/>
                    <a:pt x="89" y="51"/>
                  </a:cubicBezTo>
                  <a:cubicBezTo>
                    <a:pt x="88" y="51"/>
                    <a:pt x="88" y="51"/>
                    <a:pt x="87" y="51"/>
                  </a:cubicBezTo>
                  <a:cubicBezTo>
                    <a:pt x="87" y="50"/>
                    <a:pt x="87" y="50"/>
                    <a:pt x="87" y="50"/>
                  </a:cubicBezTo>
                  <a:cubicBezTo>
                    <a:pt x="88" y="50"/>
                    <a:pt x="88" y="50"/>
                    <a:pt x="89" y="50"/>
                  </a:cubicBezTo>
                  <a:lnTo>
                    <a:pt x="89" y="51"/>
                  </a:lnTo>
                  <a:close/>
                  <a:moveTo>
                    <a:pt x="91" y="51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51"/>
                    <a:pt x="90" y="51"/>
                    <a:pt x="89" y="51"/>
                  </a:cubicBezTo>
                  <a:cubicBezTo>
                    <a:pt x="89" y="50"/>
                    <a:pt x="89" y="50"/>
                    <a:pt x="89" y="50"/>
                  </a:cubicBezTo>
                  <a:cubicBezTo>
                    <a:pt x="90" y="50"/>
                    <a:pt x="91" y="50"/>
                    <a:pt x="91" y="50"/>
                  </a:cubicBezTo>
                  <a:lnTo>
                    <a:pt x="91" y="51"/>
                  </a:lnTo>
                  <a:close/>
                  <a:moveTo>
                    <a:pt x="93" y="51"/>
                  </a:moveTo>
                  <a:cubicBezTo>
                    <a:pt x="93" y="51"/>
                    <a:pt x="93" y="51"/>
                    <a:pt x="93" y="51"/>
                  </a:cubicBezTo>
                  <a:cubicBezTo>
                    <a:pt x="93" y="51"/>
                    <a:pt x="92" y="51"/>
                    <a:pt x="91" y="51"/>
                  </a:cubicBezTo>
                  <a:cubicBezTo>
                    <a:pt x="91" y="50"/>
                    <a:pt x="91" y="50"/>
                    <a:pt x="91" y="50"/>
                  </a:cubicBezTo>
                  <a:cubicBezTo>
                    <a:pt x="92" y="49"/>
                    <a:pt x="93" y="49"/>
                    <a:pt x="93" y="49"/>
                  </a:cubicBezTo>
                  <a:lnTo>
                    <a:pt x="93" y="51"/>
                  </a:lnTo>
                  <a:close/>
                  <a:moveTo>
                    <a:pt x="95" y="51"/>
                  </a:moveTo>
                  <a:cubicBezTo>
                    <a:pt x="95" y="51"/>
                    <a:pt x="95" y="51"/>
                    <a:pt x="95" y="51"/>
                  </a:cubicBezTo>
                  <a:cubicBezTo>
                    <a:pt x="95" y="51"/>
                    <a:pt x="94" y="51"/>
                    <a:pt x="94" y="51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49"/>
                    <a:pt x="95" y="49"/>
                    <a:pt x="95" y="49"/>
                  </a:cubicBezTo>
                  <a:lnTo>
                    <a:pt x="95" y="51"/>
                  </a:lnTo>
                  <a:close/>
                  <a:moveTo>
                    <a:pt x="98" y="51"/>
                  </a:moveTo>
                  <a:cubicBezTo>
                    <a:pt x="98" y="51"/>
                    <a:pt x="98" y="51"/>
                    <a:pt x="98" y="51"/>
                  </a:cubicBezTo>
                  <a:cubicBezTo>
                    <a:pt x="97" y="51"/>
                    <a:pt x="96" y="51"/>
                    <a:pt x="96" y="51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8" y="50"/>
                    <a:pt x="98" y="50"/>
                    <a:pt x="98" y="50"/>
                  </a:cubicBezTo>
                  <a:lnTo>
                    <a:pt x="98" y="51"/>
                  </a:lnTo>
                  <a:close/>
                  <a:moveTo>
                    <a:pt x="98" y="50"/>
                  </a:moveTo>
                  <a:cubicBezTo>
                    <a:pt x="98" y="50"/>
                    <a:pt x="98" y="50"/>
                    <a:pt x="98" y="50"/>
                  </a:cubicBezTo>
                  <a:cubicBezTo>
                    <a:pt x="96" y="50"/>
                    <a:pt x="96" y="50"/>
                    <a:pt x="96" y="50"/>
                  </a:cubicBezTo>
                  <a:cubicBezTo>
                    <a:pt x="96" y="49"/>
                    <a:pt x="96" y="49"/>
                    <a:pt x="96" y="49"/>
                  </a:cubicBezTo>
                  <a:cubicBezTo>
                    <a:pt x="96" y="49"/>
                    <a:pt x="97" y="49"/>
                    <a:pt x="98" y="49"/>
                  </a:cubicBezTo>
                  <a:lnTo>
                    <a:pt x="98" y="50"/>
                  </a:lnTo>
                  <a:close/>
                  <a:moveTo>
                    <a:pt x="100" y="51"/>
                  </a:moveTo>
                  <a:cubicBezTo>
                    <a:pt x="100" y="51"/>
                    <a:pt x="100" y="51"/>
                    <a:pt x="100" y="51"/>
                  </a:cubicBezTo>
                  <a:cubicBezTo>
                    <a:pt x="99" y="51"/>
                    <a:pt x="98" y="51"/>
                    <a:pt x="98" y="51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9" y="50"/>
                    <a:pt x="99" y="50"/>
                    <a:pt x="99" y="50"/>
                  </a:cubicBezTo>
                  <a:cubicBezTo>
                    <a:pt x="98" y="50"/>
                    <a:pt x="98" y="50"/>
                    <a:pt x="98" y="50"/>
                  </a:cubicBezTo>
                  <a:cubicBezTo>
                    <a:pt x="98" y="48"/>
                    <a:pt x="98" y="48"/>
                    <a:pt x="98" y="48"/>
                  </a:cubicBezTo>
                  <a:cubicBezTo>
                    <a:pt x="98" y="48"/>
                    <a:pt x="99" y="48"/>
                    <a:pt x="100" y="48"/>
                  </a:cubicBezTo>
                  <a:lnTo>
                    <a:pt x="100" y="51"/>
                  </a:lnTo>
                  <a:close/>
                  <a:moveTo>
                    <a:pt x="101" y="51"/>
                  </a:moveTo>
                  <a:cubicBezTo>
                    <a:pt x="101" y="51"/>
                    <a:pt x="101" y="51"/>
                    <a:pt x="101" y="51"/>
                  </a:cubicBezTo>
                  <a:cubicBezTo>
                    <a:pt x="101" y="51"/>
                    <a:pt x="100" y="51"/>
                    <a:pt x="100" y="51"/>
                  </a:cubicBezTo>
                  <a:cubicBezTo>
                    <a:pt x="100" y="48"/>
                    <a:pt x="100" y="48"/>
                    <a:pt x="100" y="48"/>
                  </a:cubicBezTo>
                  <a:cubicBezTo>
                    <a:pt x="100" y="48"/>
                    <a:pt x="101" y="48"/>
                    <a:pt x="101" y="48"/>
                  </a:cubicBezTo>
                  <a:lnTo>
                    <a:pt x="101" y="51"/>
                  </a:lnTo>
                  <a:close/>
                  <a:moveTo>
                    <a:pt x="103" y="49"/>
                  </a:move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49"/>
                    <a:pt x="103" y="49"/>
                    <a:pt x="103" y="49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3" y="51"/>
                    <a:pt x="103" y="51"/>
                  </a:cubicBezTo>
                  <a:cubicBezTo>
                    <a:pt x="103" y="51"/>
                    <a:pt x="102" y="51"/>
                    <a:pt x="102" y="51"/>
                  </a:cubicBezTo>
                  <a:cubicBezTo>
                    <a:pt x="102" y="48"/>
                    <a:pt x="102" y="48"/>
                    <a:pt x="102" y="48"/>
                  </a:cubicBezTo>
                  <a:cubicBezTo>
                    <a:pt x="102" y="48"/>
                    <a:pt x="103" y="48"/>
                    <a:pt x="103" y="48"/>
                  </a:cubicBezTo>
                  <a:lnTo>
                    <a:pt x="103" y="49"/>
                  </a:ln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8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8" y="50"/>
                    <a:pt x="108" y="50"/>
                    <a:pt x="108" y="50"/>
                  </a:cubicBezTo>
                  <a:close/>
                  <a:moveTo>
                    <a:pt x="108" y="50"/>
                  </a:moveTo>
                  <a:cubicBezTo>
                    <a:pt x="108" y="50"/>
                    <a:pt x="108" y="50"/>
                    <a:pt x="108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47"/>
                    <a:pt x="107" y="47"/>
                    <a:pt x="107" y="47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6" y="50"/>
                    <a:pt x="106" y="50"/>
                    <a:pt x="106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7" y="50"/>
                    <a:pt x="107" y="50"/>
                    <a:pt x="107" y="50"/>
                  </a:cubicBezTo>
                  <a:cubicBezTo>
                    <a:pt x="106" y="51"/>
                    <a:pt x="105" y="51"/>
                    <a:pt x="104" y="51"/>
                  </a:cubicBezTo>
                  <a:cubicBezTo>
                    <a:pt x="104" y="49"/>
                    <a:pt x="104" y="49"/>
                    <a:pt x="104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50"/>
                    <a:pt x="105" y="50"/>
                    <a:pt x="105" y="50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6" y="49"/>
                    <a:pt x="106" y="49"/>
                    <a:pt x="106" y="49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5" y="47"/>
                    <a:pt x="105" y="47"/>
                    <a:pt x="105" y="47"/>
                  </a:cubicBezTo>
                  <a:cubicBezTo>
                    <a:pt x="106" y="47"/>
                    <a:pt x="107" y="47"/>
                    <a:pt x="108" y="47"/>
                  </a:cubicBezTo>
                  <a:lnTo>
                    <a:pt x="108" y="50"/>
                  </a:lnTo>
                  <a:close/>
                  <a:moveTo>
                    <a:pt x="104" y="49"/>
                  </a:moveTo>
                  <a:cubicBezTo>
                    <a:pt x="104" y="49"/>
                    <a:pt x="104" y="49"/>
                    <a:pt x="104" y="49"/>
                  </a:cubicBezTo>
                  <a:cubicBezTo>
                    <a:pt x="104" y="48"/>
                    <a:pt x="104" y="48"/>
                    <a:pt x="104" y="48"/>
                  </a:cubicBezTo>
                  <a:cubicBezTo>
                    <a:pt x="104" y="47"/>
                    <a:pt x="105" y="47"/>
                    <a:pt x="105" y="47"/>
                  </a:cubicBezTo>
                  <a:cubicBezTo>
                    <a:pt x="105" y="49"/>
                    <a:pt x="105" y="49"/>
                    <a:pt x="105" y="49"/>
                  </a:cubicBezTo>
                  <a:lnTo>
                    <a:pt x="104" y="49"/>
                  </a:lnTo>
                  <a:close/>
                  <a:moveTo>
                    <a:pt x="112" y="50"/>
                  </a:moveTo>
                  <a:cubicBezTo>
                    <a:pt x="112" y="50"/>
                    <a:pt x="112" y="50"/>
                    <a:pt x="112" y="50"/>
                  </a:cubicBezTo>
                  <a:cubicBezTo>
                    <a:pt x="111" y="50"/>
                    <a:pt x="110" y="50"/>
                    <a:pt x="109" y="50"/>
                  </a:cubicBezTo>
                  <a:cubicBezTo>
                    <a:pt x="109" y="50"/>
                    <a:pt x="109" y="50"/>
                    <a:pt x="109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2" y="50"/>
                    <a:pt x="112" y="50"/>
                    <a:pt x="112" y="50"/>
                  </a:cubicBezTo>
                  <a:cubicBezTo>
                    <a:pt x="110" y="50"/>
                    <a:pt x="110" y="50"/>
                    <a:pt x="110" y="50"/>
                  </a:cubicBezTo>
                  <a:cubicBezTo>
                    <a:pt x="110" y="47"/>
                    <a:pt x="110" y="47"/>
                    <a:pt x="110" y="47"/>
                  </a:cubicBezTo>
                  <a:cubicBezTo>
                    <a:pt x="111" y="46"/>
                    <a:pt x="111" y="46"/>
                    <a:pt x="112" y="46"/>
                  </a:cubicBezTo>
                  <a:lnTo>
                    <a:pt x="112" y="50"/>
                  </a:lnTo>
                  <a:close/>
                  <a:moveTo>
                    <a:pt x="109" y="50"/>
                  </a:moveTo>
                  <a:cubicBezTo>
                    <a:pt x="109" y="50"/>
                    <a:pt x="109" y="50"/>
                    <a:pt x="109" y="50"/>
                  </a:cubicBezTo>
                  <a:cubicBezTo>
                    <a:pt x="109" y="47"/>
                    <a:pt x="109" y="47"/>
                    <a:pt x="109" y="47"/>
                  </a:cubicBezTo>
                  <a:cubicBezTo>
                    <a:pt x="109" y="47"/>
                    <a:pt x="110" y="47"/>
                    <a:pt x="110" y="47"/>
                  </a:cubicBezTo>
                  <a:cubicBezTo>
                    <a:pt x="110" y="50"/>
                    <a:pt x="110" y="50"/>
                    <a:pt x="110" y="50"/>
                  </a:cubicBezTo>
                  <a:lnTo>
                    <a:pt x="109" y="50"/>
                  </a:lnTo>
                  <a:close/>
                  <a:moveTo>
                    <a:pt x="113" y="47"/>
                  </a:move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50"/>
                    <a:pt x="112" y="50"/>
                    <a:pt x="112" y="50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2" y="46"/>
                    <a:pt x="112" y="46"/>
                  </a:cubicBezTo>
                  <a:cubicBezTo>
                    <a:pt x="112" y="46"/>
                    <a:pt x="113" y="46"/>
                    <a:pt x="113" y="46"/>
                  </a:cubicBezTo>
                  <a:lnTo>
                    <a:pt x="113" y="47"/>
                  </a:ln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4" y="50"/>
                    <a:pt x="114" y="50"/>
                    <a:pt x="113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5" y="50"/>
                    <a:pt x="115" y="50"/>
                    <a:pt x="115" y="50"/>
                  </a:cubicBezTo>
                  <a:close/>
                  <a:moveTo>
                    <a:pt x="115" y="50"/>
                  </a:moveTo>
                  <a:cubicBezTo>
                    <a:pt x="115" y="50"/>
                    <a:pt x="115" y="50"/>
                    <a:pt x="115" y="50"/>
                  </a:cubicBezTo>
                  <a:cubicBezTo>
                    <a:pt x="113" y="50"/>
                    <a:pt x="113" y="50"/>
                    <a:pt x="113" y="50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5" y="47"/>
                    <a:pt x="115" y="47"/>
                    <a:pt x="115" y="47"/>
                  </a:cubicBezTo>
                  <a:lnTo>
                    <a:pt x="115" y="50"/>
                  </a:lnTo>
                  <a:close/>
                  <a:moveTo>
                    <a:pt x="115" y="47"/>
                  </a:moveTo>
                  <a:cubicBezTo>
                    <a:pt x="115" y="47"/>
                    <a:pt x="115" y="47"/>
                    <a:pt x="115" y="47"/>
                  </a:cubicBezTo>
                  <a:cubicBezTo>
                    <a:pt x="113" y="47"/>
                    <a:pt x="113" y="47"/>
                    <a:pt x="113" y="47"/>
                  </a:cubicBezTo>
                  <a:cubicBezTo>
                    <a:pt x="113" y="46"/>
                    <a:pt x="113" y="46"/>
                    <a:pt x="113" y="46"/>
                  </a:cubicBezTo>
                  <a:cubicBezTo>
                    <a:pt x="114" y="46"/>
                    <a:pt x="114" y="46"/>
                    <a:pt x="115" y="46"/>
                  </a:cubicBezTo>
                  <a:lnTo>
                    <a:pt x="115" y="47"/>
                  </a:lnTo>
                  <a:close/>
                  <a:moveTo>
                    <a:pt x="116" y="49"/>
                  </a:move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50"/>
                    <a:pt x="116" y="50"/>
                    <a:pt x="116" y="50"/>
                  </a:cubicBezTo>
                  <a:cubicBezTo>
                    <a:pt x="116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7"/>
                    <a:pt x="115" y="47"/>
                    <a:pt x="115" y="47"/>
                  </a:cubicBezTo>
                  <a:cubicBezTo>
                    <a:pt x="115" y="46"/>
                    <a:pt x="115" y="46"/>
                    <a:pt x="115" y="46"/>
                  </a:cubicBezTo>
                  <a:cubicBezTo>
                    <a:pt x="115" y="46"/>
                    <a:pt x="116" y="46"/>
                    <a:pt x="116" y="46"/>
                  </a:cubicBezTo>
                  <a:lnTo>
                    <a:pt x="116" y="49"/>
                  </a:lnTo>
                  <a:close/>
                  <a:moveTo>
                    <a:pt x="117" y="50"/>
                  </a:moveTo>
                  <a:cubicBezTo>
                    <a:pt x="117" y="50"/>
                    <a:pt x="117" y="50"/>
                    <a:pt x="117" y="50"/>
                  </a:cubicBezTo>
                  <a:cubicBezTo>
                    <a:pt x="117" y="50"/>
                    <a:pt x="117" y="50"/>
                    <a:pt x="116" y="50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7" y="49"/>
                    <a:pt x="117" y="49"/>
                    <a:pt x="117" y="49"/>
                  </a:cubicBezTo>
                  <a:lnTo>
                    <a:pt x="117" y="50"/>
                  </a:lnTo>
                  <a:close/>
                  <a:moveTo>
                    <a:pt x="117" y="49"/>
                  </a:moveTo>
                  <a:cubicBezTo>
                    <a:pt x="117" y="49"/>
                    <a:pt x="117" y="49"/>
                    <a:pt x="117" y="49"/>
                  </a:cubicBezTo>
                  <a:cubicBezTo>
                    <a:pt x="116" y="49"/>
                    <a:pt x="116" y="49"/>
                    <a:pt x="116" y="49"/>
                  </a:cubicBezTo>
                  <a:cubicBezTo>
                    <a:pt x="116" y="46"/>
                    <a:pt x="116" y="46"/>
                    <a:pt x="116" y="46"/>
                  </a:cubicBezTo>
                  <a:cubicBezTo>
                    <a:pt x="117" y="46"/>
                    <a:pt x="117" y="46"/>
                    <a:pt x="117" y="46"/>
                  </a:cubicBezTo>
                  <a:lnTo>
                    <a:pt x="117" y="49"/>
                  </a:lnTo>
                  <a:close/>
                  <a:moveTo>
                    <a:pt x="119" y="47"/>
                  </a:moveTo>
                  <a:cubicBezTo>
                    <a:pt x="119" y="47"/>
                    <a:pt x="119" y="47"/>
                    <a:pt x="119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8" y="47"/>
                    <a:pt x="118" y="47"/>
                    <a:pt x="118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50"/>
                    <a:pt x="119" y="50"/>
                    <a:pt x="119" y="50"/>
                  </a:cubicBezTo>
                  <a:cubicBezTo>
                    <a:pt x="118" y="50"/>
                    <a:pt x="118" y="50"/>
                    <a:pt x="118" y="50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9"/>
                    <a:pt x="118" y="49"/>
                    <a:pt x="118" y="49"/>
                  </a:cubicBezTo>
                  <a:cubicBezTo>
                    <a:pt x="118" y="46"/>
                    <a:pt x="118" y="46"/>
                    <a:pt x="118" y="46"/>
                  </a:cubicBezTo>
                  <a:cubicBezTo>
                    <a:pt x="118" y="46"/>
                    <a:pt x="118" y="46"/>
                    <a:pt x="119" y="46"/>
                  </a:cubicBezTo>
                  <a:lnTo>
                    <a:pt x="119" y="47"/>
                  </a:lnTo>
                  <a:close/>
                  <a:moveTo>
                    <a:pt x="120" y="50"/>
                  </a:moveTo>
                  <a:cubicBezTo>
                    <a:pt x="120" y="50"/>
                    <a:pt x="120" y="50"/>
                    <a:pt x="120" y="50"/>
                  </a:cubicBezTo>
                  <a:cubicBezTo>
                    <a:pt x="120" y="50"/>
                    <a:pt x="119" y="50"/>
                    <a:pt x="119" y="50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20" y="47"/>
                    <a:pt x="120" y="47"/>
                    <a:pt x="120" y="47"/>
                  </a:cubicBezTo>
                  <a:lnTo>
                    <a:pt x="120" y="50"/>
                  </a:lnTo>
                  <a:close/>
                  <a:moveTo>
                    <a:pt x="120" y="47"/>
                  </a:moveTo>
                  <a:cubicBezTo>
                    <a:pt x="120" y="47"/>
                    <a:pt x="120" y="47"/>
                    <a:pt x="120" y="47"/>
                  </a:cubicBezTo>
                  <a:cubicBezTo>
                    <a:pt x="119" y="47"/>
                    <a:pt x="119" y="47"/>
                    <a:pt x="119" y="47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119" y="46"/>
                    <a:pt x="120" y="45"/>
                    <a:pt x="120" y="45"/>
                  </a:cubicBezTo>
                  <a:lnTo>
                    <a:pt x="120" y="47"/>
                  </a:lnTo>
                  <a:close/>
                  <a:moveTo>
                    <a:pt x="123" y="50"/>
                  </a:moveTo>
                  <a:cubicBezTo>
                    <a:pt x="123" y="50"/>
                    <a:pt x="123" y="50"/>
                    <a:pt x="123" y="50"/>
                  </a:cubicBezTo>
                  <a:cubicBezTo>
                    <a:pt x="122" y="50"/>
                    <a:pt x="121" y="50"/>
                    <a:pt x="120" y="50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1" y="47"/>
                    <a:pt x="121" y="47"/>
                    <a:pt x="121" y="47"/>
                  </a:cubicBezTo>
                  <a:cubicBezTo>
                    <a:pt x="120" y="47"/>
                    <a:pt x="120" y="47"/>
                    <a:pt x="120" y="47"/>
                  </a:cubicBezTo>
                  <a:cubicBezTo>
                    <a:pt x="120" y="45"/>
                    <a:pt x="120" y="45"/>
                    <a:pt x="120" y="45"/>
                  </a:cubicBezTo>
                  <a:cubicBezTo>
                    <a:pt x="121" y="45"/>
                    <a:pt x="121" y="45"/>
                    <a:pt x="121" y="45"/>
                  </a:cubicBezTo>
                  <a:cubicBezTo>
                    <a:pt x="121" y="50"/>
                    <a:pt x="121" y="50"/>
                    <a:pt x="121" y="50"/>
                  </a:cubicBezTo>
                  <a:cubicBezTo>
                    <a:pt x="122" y="50"/>
                    <a:pt x="122" y="50"/>
                    <a:pt x="122" y="50"/>
                  </a:cubicBezTo>
                  <a:cubicBezTo>
                    <a:pt x="122" y="45"/>
                    <a:pt x="122" y="45"/>
                    <a:pt x="122" y="45"/>
                  </a:cubicBezTo>
                  <a:cubicBezTo>
                    <a:pt x="122" y="45"/>
                    <a:pt x="122" y="45"/>
                    <a:pt x="123" y="45"/>
                  </a:cubicBezTo>
                  <a:lnTo>
                    <a:pt x="123" y="50"/>
                  </a:lnTo>
                  <a:close/>
                  <a:moveTo>
                    <a:pt x="124" y="49"/>
                  </a:moveTo>
                  <a:cubicBezTo>
                    <a:pt x="124" y="49"/>
                    <a:pt x="124" y="49"/>
                    <a:pt x="124" y="49"/>
                  </a:cubicBezTo>
                  <a:cubicBezTo>
                    <a:pt x="123" y="49"/>
                    <a:pt x="123" y="49"/>
                    <a:pt x="123" y="49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3" y="50"/>
                    <a:pt x="123" y="50"/>
                    <a:pt x="123" y="50"/>
                  </a:cubicBezTo>
                  <a:cubicBezTo>
                    <a:pt x="123" y="45"/>
                    <a:pt x="123" y="45"/>
                    <a:pt x="123" y="45"/>
                  </a:cubicBezTo>
                  <a:cubicBezTo>
                    <a:pt x="123" y="45"/>
                    <a:pt x="123" y="45"/>
                    <a:pt x="124" y="45"/>
                  </a:cubicBezTo>
                  <a:lnTo>
                    <a:pt x="124" y="49"/>
                  </a:lnTo>
                  <a:close/>
                  <a:moveTo>
                    <a:pt x="125" y="50"/>
                  </a:moveTo>
                  <a:cubicBezTo>
                    <a:pt x="125" y="50"/>
                    <a:pt x="125" y="50"/>
                    <a:pt x="125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4" y="50"/>
                    <a:pt x="124" y="50"/>
                    <a:pt x="124" y="50"/>
                  </a:cubicBezTo>
                  <a:cubicBezTo>
                    <a:pt x="125" y="50"/>
                    <a:pt x="125" y="50"/>
                    <a:pt x="125" y="50"/>
                  </a:cubicBezTo>
                  <a:close/>
                  <a:moveTo>
                    <a:pt x="125" y="49"/>
                  </a:moveTo>
                  <a:cubicBezTo>
                    <a:pt x="125" y="49"/>
                    <a:pt x="125" y="49"/>
                    <a:pt x="125" y="49"/>
                  </a:cubicBezTo>
                  <a:cubicBezTo>
                    <a:pt x="124" y="49"/>
                    <a:pt x="124" y="49"/>
                    <a:pt x="124" y="49"/>
                  </a:cubicBezTo>
                  <a:cubicBezTo>
                    <a:pt x="124" y="45"/>
                    <a:pt x="124" y="45"/>
                    <a:pt x="124" y="45"/>
                  </a:cubicBezTo>
                  <a:cubicBezTo>
                    <a:pt x="124" y="45"/>
                    <a:pt x="124" y="45"/>
                    <a:pt x="125" y="45"/>
                  </a:cubicBezTo>
                  <a:lnTo>
                    <a:pt x="125" y="49"/>
                  </a:lnTo>
                  <a:close/>
                  <a:moveTo>
                    <a:pt x="126" y="46"/>
                  </a:moveTo>
                  <a:cubicBezTo>
                    <a:pt x="126" y="46"/>
                    <a:pt x="126" y="46"/>
                    <a:pt x="126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5" y="46"/>
                    <a:pt x="125" y="46"/>
                    <a:pt x="125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50"/>
                    <a:pt x="126" y="50"/>
                    <a:pt x="126" y="50"/>
                  </a:cubicBezTo>
                  <a:cubicBezTo>
                    <a:pt x="126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50"/>
                    <a:pt x="125" y="50"/>
                    <a:pt x="125" y="50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9"/>
                    <a:pt x="125" y="49"/>
                    <a:pt x="125" y="49"/>
                  </a:cubicBezTo>
                  <a:cubicBezTo>
                    <a:pt x="125" y="45"/>
                    <a:pt x="125" y="45"/>
                    <a:pt x="125" y="45"/>
                  </a:cubicBezTo>
                  <a:cubicBezTo>
                    <a:pt x="125" y="45"/>
                    <a:pt x="126" y="45"/>
                    <a:pt x="126" y="45"/>
                  </a:cubicBezTo>
                  <a:lnTo>
                    <a:pt x="126" y="46"/>
                  </a:lnTo>
                  <a:close/>
                  <a:moveTo>
                    <a:pt x="127" y="50"/>
                  </a:moveTo>
                  <a:cubicBezTo>
                    <a:pt x="127" y="50"/>
                    <a:pt x="127" y="50"/>
                    <a:pt x="127" y="50"/>
                  </a:cubicBezTo>
                  <a:cubicBezTo>
                    <a:pt x="127" y="50"/>
                    <a:pt x="126" y="50"/>
                    <a:pt x="126" y="50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7" y="49"/>
                    <a:pt x="127" y="49"/>
                    <a:pt x="127" y="49"/>
                  </a:cubicBezTo>
                  <a:lnTo>
                    <a:pt x="127" y="50"/>
                  </a:lnTo>
                  <a:close/>
                  <a:moveTo>
                    <a:pt x="127" y="49"/>
                  </a:moveTo>
                  <a:cubicBezTo>
                    <a:pt x="127" y="49"/>
                    <a:pt x="127" y="49"/>
                    <a:pt x="127" y="49"/>
                  </a:cubicBezTo>
                  <a:cubicBezTo>
                    <a:pt x="126" y="49"/>
                    <a:pt x="126" y="49"/>
                    <a:pt x="126" y="49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7" y="46"/>
                    <a:pt x="127" y="46"/>
                    <a:pt x="127" y="46"/>
                  </a:cubicBezTo>
                  <a:lnTo>
                    <a:pt x="127" y="49"/>
                  </a:lnTo>
                  <a:close/>
                  <a:moveTo>
                    <a:pt x="127" y="46"/>
                  </a:moveTo>
                  <a:cubicBezTo>
                    <a:pt x="127" y="46"/>
                    <a:pt x="127" y="46"/>
                    <a:pt x="127" y="46"/>
                  </a:cubicBezTo>
                  <a:cubicBezTo>
                    <a:pt x="126" y="46"/>
                    <a:pt x="126" y="46"/>
                    <a:pt x="126" y="46"/>
                  </a:cubicBezTo>
                  <a:cubicBezTo>
                    <a:pt x="126" y="45"/>
                    <a:pt x="126" y="45"/>
                    <a:pt x="126" y="45"/>
                  </a:cubicBezTo>
                  <a:cubicBezTo>
                    <a:pt x="126" y="45"/>
                    <a:pt x="127" y="45"/>
                    <a:pt x="127" y="45"/>
                  </a:cubicBezTo>
                  <a:lnTo>
                    <a:pt x="127" y="46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7" y="50"/>
                    <a:pt x="127" y="50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28" y="50"/>
                    <a:pt x="128" y="50"/>
                    <a:pt x="128" y="50"/>
                  </a:cubicBezTo>
                  <a:close/>
                  <a:moveTo>
                    <a:pt x="128" y="49"/>
                  </a:moveTo>
                  <a:cubicBezTo>
                    <a:pt x="128" y="49"/>
                    <a:pt x="128" y="49"/>
                    <a:pt x="128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9"/>
                    <a:pt x="127" y="49"/>
                    <a:pt x="127" y="49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8" y="49"/>
                  </a:lnTo>
                  <a:close/>
                  <a:moveTo>
                    <a:pt x="128" y="48"/>
                  </a:moveTo>
                  <a:cubicBezTo>
                    <a:pt x="128" y="48"/>
                    <a:pt x="128" y="48"/>
                    <a:pt x="128" y="48"/>
                  </a:cubicBezTo>
                  <a:cubicBezTo>
                    <a:pt x="127" y="48"/>
                    <a:pt x="127" y="48"/>
                    <a:pt x="127" y="48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8" y="48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7" y="47"/>
                    <a:pt x="127" y="47"/>
                    <a:pt x="127" y="4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7" y="45"/>
                    <a:pt x="128" y="45"/>
                    <a:pt x="128" y="45"/>
                  </a:cubicBezTo>
                  <a:lnTo>
                    <a:pt x="128" y="47"/>
                  </a:lnTo>
                  <a:close/>
                  <a:moveTo>
                    <a:pt x="128" y="50"/>
                  </a:move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8" y="50"/>
                    <a:pt x="128" y="50"/>
                    <a:pt x="128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9" y="50"/>
                    <a:pt x="129" y="50"/>
                  </a:cubicBezTo>
                  <a:cubicBezTo>
                    <a:pt x="129" y="50"/>
                    <a:pt x="128" y="50"/>
                    <a:pt x="128" y="50"/>
                  </a:cubicBezTo>
                  <a:close/>
                  <a:moveTo>
                    <a:pt x="129" y="47"/>
                  </a:moveTo>
                  <a:cubicBezTo>
                    <a:pt x="129" y="47"/>
                    <a:pt x="129" y="47"/>
                    <a:pt x="129" y="47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7"/>
                    <a:pt x="128" y="47"/>
                    <a:pt x="128" y="47"/>
                  </a:cubicBezTo>
                  <a:lnTo>
                    <a:pt x="129" y="47"/>
                  </a:lnTo>
                  <a:close/>
                  <a:moveTo>
                    <a:pt x="128" y="47"/>
                  </a:moveTo>
                  <a:cubicBezTo>
                    <a:pt x="128" y="47"/>
                    <a:pt x="128" y="47"/>
                    <a:pt x="128" y="47"/>
                  </a:cubicBezTo>
                  <a:cubicBezTo>
                    <a:pt x="128" y="45"/>
                    <a:pt x="128" y="45"/>
                    <a:pt x="128" y="45"/>
                  </a:cubicBezTo>
                  <a:cubicBezTo>
                    <a:pt x="128" y="45"/>
                    <a:pt x="129" y="45"/>
                    <a:pt x="129" y="45"/>
                  </a:cubicBezTo>
                  <a:cubicBezTo>
                    <a:pt x="129" y="47"/>
                    <a:pt x="129" y="47"/>
                    <a:pt x="129" y="47"/>
                  </a:cubicBezTo>
                  <a:lnTo>
                    <a:pt x="128" y="47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lnTo>
                    <a:pt x="129" y="48"/>
                  </a:lnTo>
                  <a:close/>
                  <a:moveTo>
                    <a:pt x="129" y="48"/>
                  </a:moveTo>
                  <a:cubicBezTo>
                    <a:pt x="129" y="48"/>
                    <a:pt x="129" y="48"/>
                    <a:pt x="129" y="48"/>
                  </a:cubicBezTo>
                  <a:cubicBezTo>
                    <a:pt x="129" y="49"/>
                    <a:pt x="129" y="49"/>
                    <a:pt x="129" y="49"/>
                  </a:cubicBezTo>
                  <a:cubicBezTo>
                    <a:pt x="128" y="49"/>
                    <a:pt x="128" y="49"/>
                    <a:pt x="128" y="49"/>
                  </a:cubicBezTo>
                  <a:cubicBezTo>
                    <a:pt x="128" y="48"/>
                    <a:pt x="128" y="48"/>
                    <a:pt x="128" y="48"/>
                  </a:cubicBezTo>
                  <a:cubicBezTo>
                    <a:pt x="128" y="48"/>
                    <a:pt x="129" y="48"/>
                    <a:pt x="129" y="48"/>
                  </a:cubicBezTo>
                  <a:close/>
                  <a:moveTo>
                    <a:pt x="129" y="50"/>
                  </a:moveTo>
                  <a:cubicBezTo>
                    <a:pt x="129" y="50"/>
                    <a:pt x="129" y="50"/>
                    <a:pt x="129" y="50"/>
                  </a:cubicBezTo>
                  <a:cubicBezTo>
                    <a:pt x="129" y="48"/>
                    <a:pt x="129" y="48"/>
                    <a:pt x="129" y="48"/>
                  </a:cubicBezTo>
                  <a:cubicBezTo>
                    <a:pt x="129" y="48"/>
                    <a:pt x="129" y="48"/>
                    <a:pt x="130" y="47"/>
                  </a:cubicBezTo>
                  <a:cubicBezTo>
                    <a:pt x="130" y="49"/>
                    <a:pt x="130" y="49"/>
                    <a:pt x="130" y="49"/>
                  </a:cubicBezTo>
                  <a:cubicBezTo>
                    <a:pt x="129" y="49"/>
                    <a:pt x="129" y="49"/>
                    <a:pt x="129" y="50"/>
                  </a:cubicBezTo>
                  <a:close/>
                  <a:moveTo>
                    <a:pt x="129" y="45"/>
                  </a:moveTo>
                  <a:cubicBezTo>
                    <a:pt x="129" y="45"/>
                    <a:pt x="129" y="45"/>
                    <a:pt x="129" y="45"/>
                  </a:cubicBezTo>
                  <a:cubicBezTo>
                    <a:pt x="129" y="45"/>
                    <a:pt x="129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29" y="47"/>
                    <a:pt x="129" y="47"/>
                    <a:pt x="129" y="48"/>
                  </a:cubicBezTo>
                  <a:lnTo>
                    <a:pt x="129" y="45"/>
                  </a:lnTo>
                  <a:close/>
                  <a:moveTo>
                    <a:pt x="130" y="49"/>
                  </a:moveTo>
                  <a:cubicBezTo>
                    <a:pt x="130" y="49"/>
                    <a:pt x="130" y="49"/>
                    <a:pt x="130" y="49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8"/>
                    <a:pt x="130" y="48"/>
                    <a:pt x="130" y="48"/>
                  </a:cubicBezTo>
                  <a:cubicBezTo>
                    <a:pt x="130" y="49"/>
                    <a:pt x="130" y="49"/>
                    <a:pt x="130" y="49"/>
                  </a:cubicBezTo>
                  <a:close/>
                  <a:moveTo>
                    <a:pt x="130" y="45"/>
                  </a:moveTo>
                  <a:cubicBezTo>
                    <a:pt x="130" y="45"/>
                    <a:pt x="130" y="45"/>
                    <a:pt x="130" y="45"/>
                  </a:cubicBezTo>
                  <a:cubicBezTo>
                    <a:pt x="130" y="45"/>
                    <a:pt x="130" y="45"/>
                    <a:pt x="130" y="45"/>
                  </a:cubicBezTo>
                  <a:cubicBezTo>
                    <a:pt x="130" y="47"/>
                    <a:pt x="130" y="47"/>
                    <a:pt x="130" y="47"/>
                  </a:cubicBezTo>
                  <a:cubicBezTo>
                    <a:pt x="130" y="47"/>
                    <a:pt x="130" y="47"/>
                    <a:pt x="130" y="47"/>
                  </a:cubicBezTo>
                  <a:lnTo>
                    <a:pt x="130" y="45"/>
                  </a:lnTo>
                  <a:close/>
                  <a:moveTo>
                    <a:pt x="131" y="45"/>
                  </a:moveTo>
                  <a:cubicBezTo>
                    <a:pt x="131" y="45"/>
                    <a:pt x="131" y="45"/>
                    <a:pt x="131" y="45"/>
                  </a:cubicBezTo>
                  <a:cubicBezTo>
                    <a:pt x="131" y="45"/>
                    <a:pt x="131" y="45"/>
                    <a:pt x="131" y="45"/>
                  </a:cubicBezTo>
                  <a:cubicBezTo>
                    <a:pt x="131" y="46"/>
                    <a:pt x="131" y="46"/>
                    <a:pt x="131" y="46"/>
                  </a:cubicBezTo>
                  <a:cubicBezTo>
                    <a:pt x="131" y="46"/>
                    <a:pt x="131" y="46"/>
                    <a:pt x="131" y="46"/>
                  </a:cubicBezTo>
                  <a:lnTo>
                    <a:pt x="131" y="45"/>
                  </a:lnTo>
                  <a:close/>
                  <a:moveTo>
                    <a:pt x="131" y="48"/>
                  </a:move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7"/>
                    <a:pt x="131" y="47"/>
                    <a:pt x="131" y="47"/>
                  </a:cubicBezTo>
                  <a:cubicBezTo>
                    <a:pt x="131" y="47"/>
                    <a:pt x="131" y="46"/>
                    <a:pt x="131" y="46"/>
                  </a:cubicBezTo>
                  <a:cubicBezTo>
                    <a:pt x="131" y="48"/>
                    <a:pt x="131" y="48"/>
                    <a:pt x="131" y="48"/>
                  </a:cubicBezTo>
                  <a:cubicBezTo>
                    <a:pt x="131" y="48"/>
                    <a:pt x="131" y="48"/>
                    <a:pt x="131" y="48"/>
                  </a:cubicBezTo>
                  <a:close/>
                  <a:moveTo>
                    <a:pt x="106" y="45"/>
                  </a:moveTo>
                  <a:cubicBezTo>
                    <a:pt x="106" y="45"/>
                    <a:pt x="106" y="45"/>
                    <a:pt x="106" y="45"/>
                  </a:cubicBezTo>
                  <a:cubicBezTo>
                    <a:pt x="101" y="46"/>
                    <a:pt x="76" y="50"/>
                    <a:pt x="74" y="50"/>
                  </a:cubicBezTo>
                  <a:cubicBezTo>
                    <a:pt x="74" y="50"/>
                    <a:pt x="74" y="50"/>
                    <a:pt x="74" y="50"/>
                  </a:cubicBezTo>
                  <a:cubicBezTo>
                    <a:pt x="79" y="49"/>
                    <a:pt x="86" y="47"/>
                    <a:pt x="91" y="47"/>
                  </a:cubicBezTo>
                  <a:cubicBezTo>
                    <a:pt x="94" y="46"/>
                    <a:pt x="98" y="46"/>
                    <a:pt x="102" y="45"/>
                  </a:cubicBezTo>
                  <a:cubicBezTo>
                    <a:pt x="108" y="44"/>
                    <a:pt x="115" y="43"/>
                    <a:pt x="118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19" y="43"/>
                    <a:pt x="119" y="43"/>
                    <a:pt x="119" y="43"/>
                  </a:cubicBezTo>
                  <a:cubicBezTo>
                    <a:pt x="119" y="43"/>
                    <a:pt x="119" y="42"/>
                    <a:pt x="119" y="42"/>
                  </a:cubicBezTo>
                  <a:cubicBezTo>
                    <a:pt x="124" y="42"/>
                    <a:pt x="128" y="41"/>
                    <a:pt x="129" y="41"/>
                  </a:cubicBezTo>
                  <a:cubicBezTo>
                    <a:pt x="133" y="41"/>
                    <a:pt x="136" y="41"/>
                    <a:pt x="138" y="42"/>
                  </a:cubicBezTo>
                  <a:cubicBezTo>
                    <a:pt x="138" y="42"/>
                    <a:pt x="137" y="42"/>
                    <a:pt x="136" y="43"/>
                  </a:cubicBezTo>
                  <a:cubicBezTo>
                    <a:pt x="134" y="43"/>
                    <a:pt x="134" y="43"/>
                    <a:pt x="134" y="43"/>
                  </a:cubicBezTo>
                  <a:cubicBezTo>
                    <a:pt x="134" y="43"/>
                    <a:pt x="111" y="45"/>
                    <a:pt x="106" y="45"/>
                  </a:cubicBez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4"/>
                    <a:pt x="132" y="44"/>
                  </a:cubicBezTo>
                  <a:cubicBezTo>
                    <a:pt x="132" y="45"/>
                    <a:pt x="132" y="45"/>
                    <a:pt x="132" y="45"/>
                  </a:cubicBezTo>
                  <a:cubicBezTo>
                    <a:pt x="132" y="45"/>
                    <a:pt x="132" y="46"/>
                    <a:pt x="132" y="46"/>
                  </a:cubicBezTo>
                  <a:lnTo>
                    <a:pt x="132" y="45"/>
                  </a:lnTo>
                  <a:close/>
                  <a:moveTo>
                    <a:pt x="132" y="48"/>
                  </a:moveTo>
                  <a:cubicBezTo>
                    <a:pt x="132" y="48"/>
                    <a:pt x="132" y="48"/>
                    <a:pt x="132" y="48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6"/>
                    <a:pt x="132" y="46"/>
                    <a:pt x="132" y="46"/>
                  </a:cubicBezTo>
                  <a:cubicBezTo>
                    <a:pt x="132" y="47"/>
                    <a:pt x="132" y="47"/>
                    <a:pt x="132" y="47"/>
                  </a:cubicBezTo>
                  <a:cubicBezTo>
                    <a:pt x="132" y="47"/>
                    <a:pt x="132" y="48"/>
                    <a:pt x="132" y="48"/>
                  </a:cubicBezTo>
                  <a:close/>
                  <a:moveTo>
                    <a:pt x="132" y="44"/>
                  </a:moveTo>
                  <a:cubicBezTo>
                    <a:pt x="132" y="44"/>
                    <a:pt x="132" y="44"/>
                    <a:pt x="132" y="44"/>
                  </a:cubicBezTo>
                  <a:cubicBezTo>
                    <a:pt x="133" y="44"/>
                    <a:pt x="133" y="44"/>
                    <a:pt x="133" y="44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2" y="45"/>
                  </a:cubicBezTo>
                  <a:lnTo>
                    <a:pt x="132" y="44"/>
                  </a:lnTo>
                  <a:close/>
                  <a:moveTo>
                    <a:pt x="132" y="45"/>
                  </a:moveTo>
                  <a:cubicBezTo>
                    <a:pt x="132" y="45"/>
                    <a:pt x="132" y="45"/>
                    <a:pt x="132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5"/>
                    <a:pt x="133" y="45"/>
                    <a:pt x="133" y="45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2" y="47"/>
                  </a:cubicBezTo>
                  <a:lnTo>
                    <a:pt x="132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lose/>
                  <a:moveTo>
                    <a:pt x="133" y="44"/>
                  </a:moveTo>
                  <a:cubicBezTo>
                    <a:pt x="133" y="44"/>
                    <a:pt x="133" y="44"/>
                    <a:pt x="133" y="44"/>
                  </a:cubicBezTo>
                  <a:cubicBezTo>
                    <a:pt x="133" y="44"/>
                    <a:pt x="134" y="44"/>
                    <a:pt x="134" y="44"/>
                  </a:cubicBezTo>
                  <a:cubicBezTo>
                    <a:pt x="134" y="44"/>
                    <a:pt x="133" y="45"/>
                    <a:pt x="133" y="45"/>
                  </a:cubicBezTo>
                  <a:lnTo>
                    <a:pt x="133" y="44"/>
                  </a:lnTo>
                  <a:close/>
                  <a:moveTo>
                    <a:pt x="133" y="45"/>
                  </a:moveTo>
                  <a:cubicBezTo>
                    <a:pt x="133" y="45"/>
                    <a:pt x="133" y="45"/>
                    <a:pt x="133" y="45"/>
                  </a:cubicBezTo>
                  <a:cubicBezTo>
                    <a:pt x="134" y="45"/>
                    <a:pt x="134" y="45"/>
                    <a:pt x="134" y="44"/>
                  </a:cubicBezTo>
                  <a:cubicBezTo>
                    <a:pt x="135" y="44"/>
                    <a:pt x="136" y="44"/>
                    <a:pt x="137" y="44"/>
                  </a:cubicBezTo>
                  <a:cubicBezTo>
                    <a:pt x="137" y="44"/>
                    <a:pt x="136" y="45"/>
                    <a:pt x="136" y="45"/>
                  </a:cubicBezTo>
                  <a:cubicBezTo>
                    <a:pt x="135" y="45"/>
                    <a:pt x="134" y="46"/>
                    <a:pt x="133" y="46"/>
                  </a:cubicBezTo>
                  <a:lnTo>
                    <a:pt x="133" y="45"/>
                  </a:lnTo>
                  <a:close/>
                  <a:moveTo>
                    <a:pt x="133" y="47"/>
                  </a:moveTo>
                  <a:cubicBezTo>
                    <a:pt x="133" y="47"/>
                    <a:pt x="133" y="47"/>
                    <a:pt x="133" y="47"/>
                  </a:cubicBezTo>
                  <a:cubicBezTo>
                    <a:pt x="133" y="47"/>
                    <a:pt x="133" y="47"/>
                    <a:pt x="133" y="47"/>
                  </a:cubicBezTo>
                  <a:cubicBezTo>
                    <a:pt x="134" y="46"/>
                    <a:pt x="135" y="45"/>
                    <a:pt x="136" y="45"/>
                  </a:cubicBezTo>
                  <a:cubicBezTo>
                    <a:pt x="137" y="45"/>
                    <a:pt x="137" y="44"/>
                    <a:pt x="138" y="44"/>
                  </a:cubicBezTo>
                  <a:cubicBezTo>
                    <a:pt x="138" y="44"/>
                    <a:pt x="138" y="44"/>
                    <a:pt x="138" y="44"/>
                  </a:cubicBezTo>
                  <a:cubicBezTo>
                    <a:pt x="137" y="45"/>
                    <a:pt x="135" y="46"/>
                    <a:pt x="133" y="47"/>
                  </a:cubicBezTo>
                  <a:close/>
                  <a:moveTo>
                    <a:pt x="140" y="43"/>
                  </a:move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ubicBezTo>
                    <a:pt x="139" y="43"/>
                    <a:pt x="139" y="43"/>
                    <a:pt x="140" y="43"/>
                  </a:cubicBezTo>
                  <a:close/>
                  <a:moveTo>
                    <a:pt x="139" y="43"/>
                  </a:moveTo>
                  <a:cubicBezTo>
                    <a:pt x="139" y="43"/>
                    <a:pt x="139" y="43"/>
                    <a:pt x="139" y="43"/>
                  </a:cubicBezTo>
                  <a:cubicBezTo>
                    <a:pt x="137" y="43"/>
                    <a:pt x="137" y="43"/>
                    <a:pt x="137" y="43"/>
                  </a:cubicBezTo>
                  <a:cubicBezTo>
                    <a:pt x="137" y="42"/>
                    <a:pt x="138" y="42"/>
                    <a:pt x="138" y="42"/>
                  </a:cubicBezTo>
                  <a:cubicBezTo>
                    <a:pt x="139" y="42"/>
                    <a:pt x="139" y="42"/>
                    <a:pt x="140" y="42"/>
                  </a:cubicBezTo>
                  <a:cubicBezTo>
                    <a:pt x="140" y="43"/>
                    <a:pt x="140" y="43"/>
                    <a:pt x="140" y="43"/>
                  </a:cubicBezTo>
                  <a:cubicBezTo>
                    <a:pt x="139" y="43"/>
                    <a:pt x="139" y="43"/>
                    <a:pt x="139" y="43"/>
                  </a:cubicBezTo>
                  <a:close/>
                  <a:moveTo>
                    <a:pt x="140" y="42"/>
                  </a:moveTo>
                  <a:cubicBezTo>
                    <a:pt x="140" y="42"/>
                    <a:pt x="140" y="42"/>
                    <a:pt x="140" y="42"/>
                  </a:cubicBezTo>
                  <a:cubicBezTo>
                    <a:pt x="139" y="42"/>
                    <a:pt x="139" y="42"/>
                    <a:pt x="139" y="41"/>
                  </a:cubicBezTo>
                  <a:cubicBezTo>
                    <a:pt x="139" y="41"/>
                    <a:pt x="139" y="41"/>
                    <a:pt x="139" y="41"/>
                  </a:cubicBezTo>
                  <a:cubicBezTo>
                    <a:pt x="140" y="42"/>
                    <a:pt x="140" y="42"/>
                    <a:pt x="140" y="42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5" y="50"/>
                    <a:pt x="135" y="50"/>
                    <a:pt x="135" y="50"/>
                  </a:cubicBezTo>
                  <a:close/>
                  <a:moveTo>
                    <a:pt x="135" y="49"/>
                  </a:move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8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5" y="49"/>
                    <a:pt x="135" y="49"/>
                    <a:pt x="135" y="49"/>
                  </a:cubicBezTo>
                  <a:close/>
                  <a:moveTo>
                    <a:pt x="135" y="50"/>
                  </a:moveTo>
                  <a:cubicBezTo>
                    <a:pt x="135" y="50"/>
                    <a:pt x="135" y="50"/>
                    <a:pt x="135" y="50"/>
                  </a:cubicBezTo>
                  <a:cubicBezTo>
                    <a:pt x="135" y="49"/>
                    <a:pt x="135" y="49"/>
                    <a:pt x="135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50"/>
                    <a:pt x="136" y="50"/>
                    <a:pt x="136" y="50"/>
                  </a:cubicBezTo>
                  <a:lnTo>
                    <a:pt x="135" y="50"/>
                  </a:lnTo>
                  <a:close/>
                  <a:moveTo>
                    <a:pt x="136" y="50"/>
                  </a:moveTo>
                  <a:cubicBezTo>
                    <a:pt x="136" y="50"/>
                    <a:pt x="136" y="50"/>
                    <a:pt x="136" y="50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9"/>
                    <a:pt x="136" y="49"/>
                    <a:pt x="136" y="49"/>
                  </a:cubicBezTo>
                  <a:cubicBezTo>
                    <a:pt x="136" y="48"/>
                    <a:pt x="136" y="48"/>
                    <a:pt x="136" y="48"/>
                  </a:cubicBezTo>
                  <a:cubicBezTo>
                    <a:pt x="136" y="48"/>
                    <a:pt x="136" y="48"/>
                    <a:pt x="137" y="48"/>
                  </a:cubicBezTo>
                  <a:cubicBezTo>
                    <a:pt x="137" y="50"/>
                    <a:pt x="137" y="50"/>
                    <a:pt x="137" y="50"/>
                  </a:cubicBezTo>
                  <a:lnTo>
                    <a:pt x="136" y="50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7" y="50"/>
                    <a:pt x="137" y="50"/>
                    <a:pt x="137" y="50"/>
                  </a:cubicBezTo>
                  <a:close/>
                  <a:moveTo>
                    <a:pt x="137" y="47"/>
                  </a:moveTo>
                  <a:cubicBezTo>
                    <a:pt x="137" y="47"/>
                    <a:pt x="137" y="47"/>
                    <a:pt x="137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lnTo>
                    <a:pt x="137" y="47"/>
                  </a:lnTo>
                  <a:close/>
                  <a:moveTo>
                    <a:pt x="137" y="48"/>
                  </a:moveTo>
                  <a:cubicBezTo>
                    <a:pt x="137" y="48"/>
                    <a:pt x="137" y="48"/>
                    <a:pt x="137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7" y="48"/>
                    <a:pt x="137" y="48"/>
                    <a:pt x="137" y="48"/>
                  </a:cubicBezTo>
                  <a:close/>
                  <a:moveTo>
                    <a:pt x="137" y="50"/>
                  </a:moveTo>
                  <a:cubicBezTo>
                    <a:pt x="137" y="50"/>
                    <a:pt x="137" y="50"/>
                    <a:pt x="137" y="50"/>
                  </a:cubicBezTo>
                  <a:cubicBezTo>
                    <a:pt x="137" y="49"/>
                    <a:pt x="137" y="49"/>
                    <a:pt x="137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lnTo>
                    <a:pt x="137" y="50"/>
                  </a:lnTo>
                  <a:close/>
                  <a:moveTo>
                    <a:pt x="138" y="47"/>
                  </a:move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8"/>
                    <a:pt x="138" y="48"/>
                    <a:pt x="138" y="48"/>
                  </a:cubicBezTo>
                  <a:cubicBezTo>
                    <a:pt x="138" y="47"/>
                    <a:pt x="138" y="47"/>
                    <a:pt x="138" y="47"/>
                  </a:cubicBezTo>
                  <a:cubicBezTo>
                    <a:pt x="138" y="47"/>
                    <a:pt x="138" y="47"/>
                    <a:pt x="138" y="47"/>
                  </a:cubicBezTo>
                  <a:close/>
                  <a:moveTo>
                    <a:pt x="138" y="50"/>
                  </a:moveTo>
                  <a:cubicBezTo>
                    <a:pt x="138" y="50"/>
                    <a:pt x="138" y="50"/>
                    <a:pt x="138" y="50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49"/>
                    <a:pt x="138" y="49"/>
                    <a:pt x="138" y="49"/>
                  </a:cubicBezTo>
                  <a:cubicBezTo>
                    <a:pt x="138" y="50"/>
                    <a:pt x="138" y="50"/>
                    <a:pt x="138" y="50"/>
                  </a:cubicBez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9"/>
                    <a:pt x="139" y="49"/>
                    <a:pt x="139" y="49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7"/>
                    <a:pt x="139" y="47"/>
                    <a:pt x="139" y="47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39" y="50"/>
                    <a:pt x="139" y="50"/>
                    <a:pt x="139" y="50"/>
                  </a:cubicBezTo>
                  <a:close/>
                  <a:moveTo>
                    <a:pt x="139" y="46"/>
                  </a:move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39" y="46"/>
                    <a:pt x="139" y="46"/>
                  </a:cubicBezTo>
                  <a:cubicBezTo>
                    <a:pt x="139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39" y="48"/>
                    <a:pt x="139" y="48"/>
                    <a:pt x="139" y="48"/>
                  </a:cubicBezTo>
                  <a:lnTo>
                    <a:pt x="139" y="46"/>
                  </a:lnTo>
                  <a:close/>
                  <a:moveTo>
                    <a:pt x="139" y="50"/>
                  </a:moveTo>
                  <a:cubicBezTo>
                    <a:pt x="139" y="50"/>
                    <a:pt x="139" y="50"/>
                    <a:pt x="139" y="50"/>
                  </a:cubicBezTo>
                  <a:cubicBezTo>
                    <a:pt x="139" y="48"/>
                    <a:pt x="139" y="48"/>
                    <a:pt x="139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50"/>
                    <a:pt x="140" y="50"/>
                    <a:pt x="140" y="50"/>
                  </a:cubicBezTo>
                  <a:lnTo>
                    <a:pt x="139" y="50"/>
                  </a:ln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5"/>
                  </a:cubicBezTo>
                  <a:cubicBezTo>
                    <a:pt x="140" y="45"/>
                    <a:pt x="140" y="45"/>
                    <a:pt x="140" y="45"/>
                  </a:cubicBezTo>
                  <a:cubicBezTo>
                    <a:pt x="140" y="46"/>
                    <a:pt x="140" y="46"/>
                    <a:pt x="140" y="46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46"/>
                  </a:moveTo>
                  <a:cubicBezTo>
                    <a:pt x="140" y="46"/>
                    <a:pt x="140" y="46"/>
                    <a:pt x="140" y="46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8"/>
                    <a:pt x="140" y="48"/>
                    <a:pt x="140" y="48"/>
                  </a:cubicBezTo>
                  <a:cubicBezTo>
                    <a:pt x="140" y="46"/>
                    <a:pt x="140" y="46"/>
                    <a:pt x="140" y="46"/>
                  </a:cubicBezTo>
                  <a:close/>
                  <a:moveTo>
                    <a:pt x="140" y="50"/>
                  </a:moveTo>
                  <a:cubicBezTo>
                    <a:pt x="140" y="50"/>
                    <a:pt x="140" y="50"/>
                    <a:pt x="140" y="50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49"/>
                    <a:pt x="140" y="49"/>
                    <a:pt x="140" y="49"/>
                  </a:cubicBezTo>
                  <a:cubicBezTo>
                    <a:pt x="140" y="50"/>
                    <a:pt x="140" y="50"/>
                    <a:pt x="140" y="50"/>
                  </a:cubicBezTo>
                  <a:close/>
                  <a:moveTo>
                    <a:pt x="143" y="44"/>
                  </a:moveTo>
                  <a:cubicBezTo>
                    <a:pt x="143" y="44"/>
                    <a:pt x="143" y="44"/>
                    <a:pt x="143" y="44"/>
                  </a:cubicBezTo>
                  <a:cubicBezTo>
                    <a:pt x="143" y="45"/>
                    <a:pt x="144" y="45"/>
                    <a:pt x="144" y="45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3" y="44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3" y="47"/>
                    <a:pt x="143" y="47"/>
                    <a:pt x="143" y="47"/>
                  </a:cubicBezTo>
                  <a:cubicBezTo>
                    <a:pt x="143" y="45"/>
                    <a:pt x="143" y="45"/>
                    <a:pt x="143" y="45"/>
                  </a:cubicBezTo>
                  <a:lnTo>
                    <a:pt x="144" y="45"/>
                  </a:lnTo>
                  <a:close/>
                  <a:moveTo>
                    <a:pt x="143" y="47"/>
                  </a:moveTo>
                  <a:cubicBezTo>
                    <a:pt x="143" y="47"/>
                    <a:pt x="143" y="47"/>
                    <a:pt x="143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3" y="49"/>
                    <a:pt x="143" y="49"/>
                    <a:pt x="143" y="49"/>
                  </a:cubicBezTo>
                  <a:lnTo>
                    <a:pt x="143" y="47"/>
                  </a:lnTo>
                  <a:close/>
                  <a:moveTo>
                    <a:pt x="143" y="49"/>
                  </a:moveTo>
                  <a:cubicBezTo>
                    <a:pt x="143" y="49"/>
                    <a:pt x="143" y="49"/>
                    <a:pt x="143" y="49"/>
                  </a:cubicBezTo>
                  <a:cubicBezTo>
                    <a:pt x="143" y="49"/>
                    <a:pt x="143" y="49"/>
                    <a:pt x="143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3" y="49"/>
                  </a:lnTo>
                  <a:close/>
                  <a:moveTo>
                    <a:pt x="144" y="47"/>
                  </a:moveTo>
                  <a:cubicBezTo>
                    <a:pt x="144" y="47"/>
                    <a:pt x="144" y="47"/>
                    <a:pt x="144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4" y="47"/>
                    <a:pt x="144" y="47"/>
                    <a:pt x="144" y="47"/>
                  </a:cubicBezTo>
                  <a:cubicBezTo>
                    <a:pt x="144" y="45"/>
                    <a:pt x="144" y="45"/>
                    <a:pt x="144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5" y="46"/>
                    <a:pt x="145" y="46"/>
                    <a:pt x="145" y="46"/>
                  </a:cubicBezTo>
                  <a:cubicBezTo>
                    <a:pt x="145" y="47"/>
                    <a:pt x="145" y="47"/>
                    <a:pt x="145" y="47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4" y="49"/>
                    <a:pt x="144" y="49"/>
                    <a:pt x="144" y="49"/>
                  </a:cubicBezTo>
                  <a:lnTo>
                    <a:pt x="144" y="47"/>
                  </a:lnTo>
                  <a:close/>
                  <a:moveTo>
                    <a:pt x="144" y="45"/>
                  </a:moveTo>
                  <a:cubicBezTo>
                    <a:pt x="144" y="45"/>
                    <a:pt x="144" y="45"/>
                    <a:pt x="144" y="45"/>
                  </a:cubicBezTo>
                  <a:cubicBezTo>
                    <a:pt x="145" y="45"/>
                    <a:pt x="145" y="45"/>
                    <a:pt x="146" y="45"/>
                  </a:cubicBezTo>
                  <a:cubicBezTo>
                    <a:pt x="146" y="45"/>
                    <a:pt x="146" y="45"/>
                    <a:pt x="146" y="45"/>
                  </a:cubicBezTo>
                  <a:cubicBezTo>
                    <a:pt x="144" y="45"/>
                    <a:pt x="144" y="45"/>
                    <a:pt x="144" y="45"/>
                  </a:cubicBezTo>
                  <a:close/>
                  <a:moveTo>
                    <a:pt x="144" y="49"/>
                  </a:moveTo>
                  <a:cubicBezTo>
                    <a:pt x="144" y="49"/>
                    <a:pt x="144" y="49"/>
                    <a:pt x="144" y="49"/>
                  </a:cubicBezTo>
                  <a:cubicBezTo>
                    <a:pt x="144" y="49"/>
                    <a:pt x="144" y="49"/>
                    <a:pt x="144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lnTo>
                    <a:pt x="144" y="49"/>
                  </a:lnTo>
                  <a:close/>
                  <a:moveTo>
                    <a:pt x="146" y="45"/>
                  </a:moveTo>
                  <a:cubicBezTo>
                    <a:pt x="146" y="45"/>
                    <a:pt x="146" y="45"/>
                    <a:pt x="146" y="45"/>
                  </a:cubicBezTo>
                  <a:cubicBezTo>
                    <a:pt x="146" y="45"/>
                    <a:pt x="147" y="45"/>
                    <a:pt x="147" y="45"/>
                  </a:cubicBezTo>
                  <a:cubicBezTo>
                    <a:pt x="147" y="45"/>
                    <a:pt x="148" y="45"/>
                    <a:pt x="148" y="45"/>
                  </a:cubicBezTo>
                  <a:cubicBezTo>
                    <a:pt x="148" y="45"/>
                    <a:pt x="148" y="45"/>
                    <a:pt x="148" y="45"/>
                  </a:cubicBezTo>
                  <a:cubicBezTo>
                    <a:pt x="146" y="45"/>
                    <a:pt x="146" y="45"/>
                    <a:pt x="146" y="45"/>
                  </a:cubicBez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6" y="46"/>
                    <a:pt x="146" y="46"/>
                    <a:pt x="146" y="46"/>
                  </a:cubicBezTo>
                  <a:cubicBezTo>
                    <a:pt x="146" y="45"/>
                    <a:pt x="146" y="45"/>
                    <a:pt x="146" y="45"/>
                  </a:cubicBezTo>
                  <a:lnTo>
                    <a:pt x="148" y="45"/>
                  </a:lnTo>
                  <a:close/>
                  <a:moveTo>
                    <a:pt x="146" y="49"/>
                  </a:moveTo>
                  <a:cubicBezTo>
                    <a:pt x="146" y="49"/>
                    <a:pt x="146" y="49"/>
                    <a:pt x="146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7" y="49"/>
                    <a:pt x="147" y="49"/>
                    <a:pt x="147" y="49"/>
                  </a:cubicBezTo>
                  <a:cubicBezTo>
                    <a:pt x="146" y="49"/>
                    <a:pt x="146" y="49"/>
                    <a:pt x="146" y="49"/>
                  </a:cubicBezTo>
                  <a:cubicBezTo>
                    <a:pt x="146" y="47"/>
                    <a:pt x="146" y="47"/>
                    <a:pt x="146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9"/>
                    <a:pt x="148" y="49"/>
                    <a:pt x="148" y="49"/>
                  </a:cubicBezTo>
                  <a:lnTo>
                    <a:pt x="146" y="49"/>
                  </a:lnTo>
                  <a:close/>
                  <a:moveTo>
                    <a:pt x="148" y="45"/>
                  </a:moveTo>
                  <a:cubicBezTo>
                    <a:pt x="148" y="45"/>
                    <a:pt x="148" y="45"/>
                    <a:pt x="148" y="45"/>
                  </a:cubicBezTo>
                  <a:cubicBezTo>
                    <a:pt x="149" y="45"/>
                    <a:pt x="149" y="45"/>
                    <a:pt x="150" y="45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48" y="46"/>
                    <a:pt x="148" y="46"/>
                    <a:pt x="148" y="46"/>
                  </a:cubicBezTo>
                  <a:lnTo>
                    <a:pt x="148" y="45"/>
                  </a:lnTo>
                  <a:close/>
                  <a:moveTo>
                    <a:pt x="148" y="47"/>
                  </a:moveTo>
                  <a:cubicBezTo>
                    <a:pt x="148" y="47"/>
                    <a:pt x="148" y="47"/>
                    <a:pt x="148" y="47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48" y="46"/>
                    <a:pt x="148" y="46"/>
                    <a:pt x="148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48" y="47"/>
                    <a:pt x="148" y="47"/>
                    <a:pt x="148" y="47"/>
                  </a:cubicBezTo>
                  <a:close/>
                  <a:moveTo>
                    <a:pt x="148" y="49"/>
                  </a:moveTo>
                  <a:cubicBezTo>
                    <a:pt x="148" y="49"/>
                    <a:pt x="148" y="49"/>
                    <a:pt x="148" y="49"/>
                  </a:cubicBezTo>
                  <a:cubicBezTo>
                    <a:pt x="148" y="47"/>
                    <a:pt x="148" y="47"/>
                    <a:pt x="148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9"/>
                    <a:pt x="150" y="49"/>
                    <a:pt x="150" y="49"/>
                  </a:cubicBezTo>
                  <a:lnTo>
                    <a:pt x="148" y="49"/>
                  </a:lnTo>
                  <a:close/>
                  <a:moveTo>
                    <a:pt x="150" y="49"/>
                  </a:moveTo>
                  <a:cubicBezTo>
                    <a:pt x="150" y="49"/>
                    <a:pt x="150" y="49"/>
                    <a:pt x="150" y="49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0" y="47"/>
                    <a:pt x="150" y="47"/>
                    <a:pt x="150" y="47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0" y="46"/>
                    <a:pt x="150" y="46"/>
                    <a:pt x="150" y="46"/>
                  </a:cubicBezTo>
                  <a:cubicBezTo>
                    <a:pt x="150" y="45"/>
                    <a:pt x="150" y="45"/>
                    <a:pt x="150" y="45"/>
                  </a:cubicBezTo>
                  <a:cubicBezTo>
                    <a:pt x="151" y="45"/>
                    <a:pt x="151" y="45"/>
                    <a:pt x="152" y="45"/>
                  </a:cubicBezTo>
                  <a:cubicBezTo>
                    <a:pt x="152" y="46"/>
                    <a:pt x="152" y="46"/>
                    <a:pt x="152" y="46"/>
                  </a:cubicBezTo>
                  <a:cubicBezTo>
                    <a:pt x="151" y="46"/>
                    <a:pt x="151" y="46"/>
                    <a:pt x="151" y="46"/>
                  </a:cubicBezTo>
                  <a:cubicBezTo>
                    <a:pt x="151" y="47"/>
                    <a:pt x="151" y="47"/>
                    <a:pt x="151" y="47"/>
                  </a:cubicBezTo>
                  <a:cubicBezTo>
                    <a:pt x="152" y="47"/>
                    <a:pt x="152" y="47"/>
                    <a:pt x="152" y="47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1" y="49"/>
                    <a:pt x="151" y="49"/>
                    <a:pt x="151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0" y="49"/>
                  </a:lnTo>
                  <a:close/>
                  <a:moveTo>
                    <a:pt x="152" y="45"/>
                  </a:moveTo>
                  <a:cubicBezTo>
                    <a:pt x="152" y="45"/>
                    <a:pt x="152" y="45"/>
                    <a:pt x="152" y="45"/>
                  </a:cubicBezTo>
                  <a:cubicBezTo>
                    <a:pt x="153" y="45"/>
                    <a:pt x="153" y="45"/>
                    <a:pt x="154" y="45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2" y="46"/>
                    <a:pt x="152" y="46"/>
                    <a:pt x="152" y="46"/>
                  </a:cubicBezTo>
                  <a:lnTo>
                    <a:pt x="152" y="45"/>
                  </a:lnTo>
                  <a:close/>
                  <a:moveTo>
                    <a:pt x="152" y="47"/>
                  </a:moveTo>
                  <a:cubicBezTo>
                    <a:pt x="152" y="47"/>
                    <a:pt x="152" y="47"/>
                    <a:pt x="152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2" y="49"/>
                    <a:pt x="152" y="49"/>
                    <a:pt x="152" y="49"/>
                  </a:cubicBezTo>
                  <a:lnTo>
                    <a:pt x="152" y="47"/>
                  </a:lnTo>
                  <a:close/>
                  <a:moveTo>
                    <a:pt x="152" y="49"/>
                  </a:moveTo>
                  <a:cubicBezTo>
                    <a:pt x="152" y="49"/>
                    <a:pt x="152" y="49"/>
                    <a:pt x="152" y="49"/>
                  </a:cubicBezTo>
                  <a:cubicBezTo>
                    <a:pt x="152" y="49"/>
                    <a:pt x="152" y="49"/>
                    <a:pt x="152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lnTo>
                    <a:pt x="152" y="49"/>
                  </a:lnTo>
                  <a:close/>
                  <a:moveTo>
                    <a:pt x="154" y="49"/>
                  </a:move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9"/>
                    <a:pt x="154" y="49"/>
                    <a:pt x="154" y="49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7"/>
                    <a:pt x="154" y="47"/>
                    <a:pt x="154" y="47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6"/>
                    <a:pt x="154" y="46"/>
                    <a:pt x="154" y="46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4" y="45"/>
                    <a:pt x="154" y="45"/>
                    <a:pt x="154" y="45"/>
                  </a:cubicBezTo>
                  <a:cubicBezTo>
                    <a:pt x="155" y="45"/>
                    <a:pt x="155" y="45"/>
                    <a:pt x="155" y="45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4" y="48"/>
                    <a:pt x="154" y="48"/>
                    <a:pt x="154" y="48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5" y="49"/>
                    <a:pt x="155" y="49"/>
                    <a:pt x="155" y="49"/>
                  </a:cubicBezTo>
                  <a:lnTo>
                    <a:pt x="154" y="49"/>
                  </a:lnTo>
                  <a:close/>
                  <a:moveTo>
                    <a:pt x="155" y="45"/>
                  </a:moveTo>
                  <a:cubicBezTo>
                    <a:pt x="155" y="45"/>
                    <a:pt x="155" y="45"/>
                    <a:pt x="155" y="45"/>
                  </a:cubicBezTo>
                  <a:cubicBezTo>
                    <a:pt x="156" y="46"/>
                    <a:pt x="156" y="46"/>
                    <a:pt x="156" y="46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5" y="48"/>
                    <a:pt x="155" y="48"/>
                    <a:pt x="155" y="48"/>
                  </a:cubicBezTo>
                  <a:lnTo>
                    <a:pt x="155" y="45"/>
                  </a:lnTo>
                  <a:close/>
                  <a:moveTo>
                    <a:pt x="155" y="49"/>
                  </a:moveTo>
                  <a:cubicBezTo>
                    <a:pt x="155" y="49"/>
                    <a:pt x="155" y="49"/>
                    <a:pt x="155" y="49"/>
                  </a:cubicBezTo>
                  <a:cubicBezTo>
                    <a:pt x="155" y="48"/>
                    <a:pt x="155" y="48"/>
                    <a:pt x="155" y="48"/>
                  </a:cubicBezTo>
                  <a:cubicBezTo>
                    <a:pt x="156" y="48"/>
                    <a:pt x="156" y="48"/>
                    <a:pt x="156" y="48"/>
                  </a:cubicBezTo>
                  <a:cubicBezTo>
                    <a:pt x="156" y="49"/>
                    <a:pt x="156" y="49"/>
                    <a:pt x="156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8"/>
                    <a:pt x="157" y="48"/>
                    <a:pt x="157" y="48"/>
                  </a:cubicBezTo>
                  <a:cubicBezTo>
                    <a:pt x="157" y="46"/>
                    <a:pt x="157" y="46"/>
                    <a:pt x="157" y="46"/>
                  </a:cubicBezTo>
                  <a:cubicBezTo>
                    <a:pt x="158" y="46"/>
                    <a:pt x="158" y="46"/>
                    <a:pt x="158" y="46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7" y="47"/>
                    <a:pt x="157" y="47"/>
                    <a:pt x="157" y="47"/>
                  </a:cubicBezTo>
                  <a:cubicBezTo>
                    <a:pt x="158" y="47"/>
                    <a:pt x="158" y="47"/>
                    <a:pt x="158" y="47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7" y="49"/>
                    <a:pt x="157" y="49"/>
                    <a:pt x="157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5" y="49"/>
                  </a:ln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8" y="47"/>
                    <a:pt x="158" y="47"/>
                    <a:pt x="158" y="47"/>
                  </a:cubicBezTo>
                  <a:close/>
                  <a:moveTo>
                    <a:pt x="158" y="47"/>
                  </a:moveTo>
                  <a:cubicBezTo>
                    <a:pt x="158" y="47"/>
                    <a:pt x="158" y="47"/>
                    <a:pt x="158" y="47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8" y="49"/>
                    <a:pt x="158" y="49"/>
                    <a:pt x="158" y="49"/>
                  </a:cubicBezTo>
                  <a:lnTo>
                    <a:pt x="158" y="47"/>
                  </a:lnTo>
                  <a:close/>
                  <a:moveTo>
                    <a:pt x="158" y="49"/>
                  </a:moveTo>
                  <a:cubicBezTo>
                    <a:pt x="158" y="49"/>
                    <a:pt x="158" y="49"/>
                    <a:pt x="158" y="49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lnTo>
                    <a:pt x="158" y="49"/>
                  </a:lnTo>
                  <a:close/>
                  <a:moveTo>
                    <a:pt x="159" y="49"/>
                  </a:moveTo>
                  <a:cubicBezTo>
                    <a:pt x="159" y="49"/>
                    <a:pt x="159" y="49"/>
                    <a:pt x="159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60" y="49"/>
                    <a:pt x="160" y="49"/>
                    <a:pt x="160" y="49"/>
                  </a:cubicBezTo>
                  <a:cubicBezTo>
                    <a:pt x="159" y="49"/>
                    <a:pt x="159" y="49"/>
                    <a:pt x="159" y="49"/>
                  </a:cubicBezTo>
                  <a:cubicBezTo>
                    <a:pt x="159" y="47"/>
                    <a:pt x="159" y="47"/>
                    <a:pt x="159" y="47"/>
                  </a:cubicBezTo>
                  <a:cubicBezTo>
                    <a:pt x="160" y="47"/>
                    <a:pt x="160" y="47"/>
                    <a:pt x="160" y="47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8"/>
                    <a:pt x="160" y="48"/>
                    <a:pt x="160" y="48"/>
                  </a:cubicBezTo>
                  <a:cubicBezTo>
                    <a:pt x="160" y="49"/>
                    <a:pt x="160" y="49"/>
                    <a:pt x="160" y="49"/>
                  </a:cubicBezTo>
                  <a:lnTo>
                    <a:pt x="159" y="49"/>
                  </a:lnTo>
                  <a:close/>
                  <a:moveTo>
                    <a:pt x="161" y="49"/>
                  </a:moveTo>
                  <a:cubicBezTo>
                    <a:pt x="161" y="49"/>
                    <a:pt x="161" y="49"/>
                    <a:pt x="161" y="49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9"/>
                    <a:pt x="162" y="49"/>
                    <a:pt x="162" y="49"/>
                  </a:cubicBezTo>
                  <a:cubicBezTo>
                    <a:pt x="162" y="48"/>
                    <a:pt x="162" y="48"/>
                    <a:pt x="162" y="48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lnTo>
                    <a:pt x="161" y="49"/>
                  </a:lnTo>
                  <a:close/>
                  <a:moveTo>
                    <a:pt x="161" y="48"/>
                  </a:move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ubicBezTo>
                    <a:pt x="161" y="48"/>
                    <a:pt x="161" y="48"/>
                    <a:pt x="161" y="48"/>
                  </a:cubicBezTo>
                  <a:close/>
                  <a:moveTo>
                    <a:pt x="163" y="49"/>
                  </a:moveTo>
                  <a:cubicBezTo>
                    <a:pt x="163" y="49"/>
                    <a:pt x="163" y="49"/>
                    <a:pt x="163" y="49"/>
                  </a:cubicBezTo>
                  <a:cubicBezTo>
                    <a:pt x="163" y="49"/>
                    <a:pt x="163" y="49"/>
                    <a:pt x="163" y="49"/>
                  </a:cubicBezTo>
                  <a:cubicBezTo>
                    <a:pt x="165" y="49"/>
                    <a:pt x="165" y="49"/>
                    <a:pt x="165" y="49"/>
                  </a:cubicBezTo>
                  <a:lnTo>
                    <a:pt x="163" y="49"/>
                  </a:lnTo>
                  <a:close/>
                  <a:moveTo>
                    <a:pt x="166" y="48"/>
                  </a:moveTo>
                  <a:cubicBezTo>
                    <a:pt x="166" y="48"/>
                    <a:pt x="166" y="48"/>
                    <a:pt x="166" y="48"/>
                  </a:cubicBezTo>
                  <a:cubicBezTo>
                    <a:pt x="156" y="44"/>
                    <a:pt x="156" y="44"/>
                    <a:pt x="156" y="44"/>
                  </a:cubicBezTo>
                  <a:cubicBezTo>
                    <a:pt x="156" y="44"/>
                    <a:pt x="146" y="44"/>
                    <a:pt x="145" y="44"/>
                  </a:cubicBezTo>
                  <a:cubicBezTo>
                    <a:pt x="144" y="43"/>
                    <a:pt x="143" y="43"/>
                    <a:pt x="143" y="43"/>
                  </a:cubicBezTo>
                  <a:cubicBezTo>
                    <a:pt x="143" y="43"/>
                    <a:pt x="143" y="43"/>
                    <a:pt x="143" y="43"/>
                  </a:cubicBezTo>
                  <a:cubicBezTo>
                    <a:pt x="143" y="42"/>
                    <a:pt x="143" y="42"/>
                    <a:pt x="143" y="42"/>
                  </a:cubicBezTo>
                  <a:cubicBezTo>
                    <a:pt x="143" y="42"/>
                    <a:pt x="144" y="42"/>
                    <a:pt x="145" y="42"/>
                  </a:cubicBezTo>
                  <a:cubicBezTo>
                    <a:pt x="146" y="43"/>
                    <a:pt x="153" y="43"/>
                    <a:pt x="154" y="43"/>
                  </a:cubicBezTo>
                  <a:cubicBezTo>
                    <a:pt x="166" y="48"/>
                    <a:pt x="166" y="48"/>
                    <a:pt x="166" y="48"/>
                  </a:cubicBezTo>
                  <a:close/>
                  <a:moveTo>
                    <a:pt x="88" y="40"/>
                  </a:moveTo>
                  <a:cubicBezTo>
                    <a:pt x="88" y="40"/>
                    <a:pt x="88" y="40"/>
                    <a:pt x="88" y="40"/>
                  </a:cubicBezTo>
                  <a:cubicBezTo>
                    <a:pt x="90" y="17"/>
                    <a:pt x="90" y="17"/>
                    <a:pt x="90" y="17"/>
                  </a:cubicBezTo>
                  <a:cubicBezTo>
                    <a:pt x="89" y="16"/>
                    <a:pt x="89" y="16"/>
                    <a:pt x="89" y="16"/>
                  </a:cubicBezTo>
                  <a:cubicBezTo>
                    <a:pt x="88" y="40"/>
                    <a:pt x="88" y="40"/>
                    <a:pt x="88" y="40"/>
                  </a:cubicBezTo>
                  <a:cubicBezTo>
                    <a:pt x="88" y="40"/>
                    <a:pt x="88" y="40"/>
                    <a:pt x="88" y="40"/>
                  </a:cubicBezTo>
                  <a:close/>
                  <a:moveTo>
                    <a:pt x="92" y="40"/>
                  </a:moveTo>
                  <a:cubicBezTo>
                    <a:pt x="92" y="40"/>
                    <a:pt x="92" y="40"/>
                    <a:pt x="92" y="40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4" y="18"/>
                    <a:pt x="94" y="18"/>
                    <a:pt x="94" y="18"/>
                  </a:cubicBezTo>
                  <a:cubicBezTo>
                    <a:pt x="93" y="17"/>
                    <a:pt x="93" y="17"/>
                    <a:pt x="93" y="17"/>
                  </a:cubicBezTo>
                  <a:cubicBezTo>
                    <a:pt x="91" y="40"/>
                    <a:pt x="91" y="40"/>
                    <a:pt x="91" y="40"/>
                  </a:cubicBezTo>
                  <a:cubicBezTo>
                    <a:pt x="92" y="40"/>
                    <a:pt x="92" y="40"/>
                    <a:pt x="92" y="40"/>
                  </a:cubicBezTo>
                  <a:close/>
                  <a:moveTo>
                    <a:pt x="117" y="39"/>
                  </a:move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ubicBezTo>
                    <a:pt x="117" y="39"/>
                    <a:pt x="117" y="39"/>
                    <a:pt x="117" y="39"/>
                  </a:cubicBezTo>
                  <a:close/>
                  <a:moveTo>
                    <a:pt x="20" y="37"/>
                  </a:moveTo>
                  <a:cubicBezTo>
                    <a:pt x="20" y="37"/>
                    <a:pt x="20" y="37"/>
                    <a:pt x="20" y="37"/>
                  </a:cubicBezTo>
                  <a:cubicBezTo>
                    <a:pt x="23" y="51"/>
                    <a:pt x="23" y="51"/>
                    <a:pt x="23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2" y="37"/>
                    <a:pt x="21" y="37"/>
                    <a:pt x="20" y="37"/>
                  </a:cubicBezTo>
                  <a:close/>
                  <a:moveTo>
                    <a:pt x="18" y="37"/>
                  </a:moveTo>
                  <a:cubicBezTo>
                    <a:pt x="18" y="37"/>
                    <a:pt x="18" y="37"/>
                    <a:pt x="18" y="37"/>
                  </a:cubicBezTo>
                  <a:cubicBezTo>
                    <a:pt x="20" y="51"/>
                    <a:pt x="20" y="51"/>
                    <a:pt x="20" y="51"/>
                  </a:cubicBezTo>
                  <a:cubicBezTo>
                    <a:pt x="22" y="51"/>
                    <a:pt x="22" y="51"/>
                    <a:pt x="22" y="51"/>
                  </a:cubicBezTo>
                  <a:cubicBezTo>
                    <a:pt x="20" y="37"/>
                    <a:pt x="20" y="37"/>
                    <a:pt x="20" y="37"/>
                  </a:cubicBezTo>
                  <a:cubicBezTo>
                    <a:pt x="19" y="37"/>
                    <a:pt x="18" y="37"/>
                    <a:pt x="18" y="37"/>
                  </a:cubicBezTo>
                  <a:close/>
                  <a:moveTo>
                    <a:pt x="44" y="37"/>
                  </a:moveTo>
                  <a:cubicBezTo>
                    <a:pt x="44" y="37"/>
                    <a:pt x="44" y="37"/>
                    <a:pt x="44" y="37"/>
                  </a:cubicBezTo>
                  <a:cubicBezTo>
                    <a:pt x="46" y="51"/>
                    <a:pt x="46" y="51"/>
                    <a:pt x="46" y="51"/>
                  </a:cubicBezTo>
                  <a:cubicBezTo>
                    <a:pt x="47" y="51"/>
                    <a:pt x="49" y="51"/>
                    <a:pt x="50" y="51"/>
                  </a:cubicBezTo>
                  <a:cubicBezTo>
                    <a:pt x="49" y="37"/>
                    <a:pt x="49" y="37"/>
                    <a:pt x="49" y="37"/>
                  </a:cubicBezTo>
                  <a:cubicBezTo>
                    <a:pt x="47" y="37"/>
                    <a:pt x="46" y="37"/>
                    <a:pt x="44" y="37"/>
                  </a:cubicBezTo>
                  <a:close/>
                  <a:moveTo>
                    <a:pt x="15" y="38"/>
                  </a:moveTo>
                  <a:cubicBezTo>
                    <a:pt x="15" y="38"/>
                    <a:pt x="15" y="38"/>
                    <a:pt x="15" y="38"/>
                  </a:cubicBezTo>
                  <a:cubicBezTo>
                    <a:pt x="17" y="51"/>
                    <a:pt x="17" y="51"/>
                    <a:pt x="17" y="51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5" y="37"/>
                    <a:pt x="15" y="37"/>
                    <a:pt x="15" y="37"/>
                  </a:cubicBezTo>
                  <a:cubicBezTo>
                    <a:pt x="15" y="37"/>
                    <a:pt x="15" y="37"/>
                    <a:pt x="15" y="38"/>
                  </a:cubicBezTo>
                  <a:close/>
                  <a:moveTo>
                    <a:pt x="24" y="37"/>
                  </a:moveTo>
                  <a:cubicBezTo>
                    <a:pt x="24" y="37"/>
                    <a:pt x="24" y="37"/>
                    <a:pt x="24" y="37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26" y="37"/>
                    <a:pt x="25" y="37"/>
                    <a:pt x="24" y="37"/>
                  </a:cubicBezTo>
                  <a:close/>
                  <a:moveTo>
                    <a:pt x="16" y="37"/>
                  </a:moveTo>
                  <a:cubicBezTo>
                    <a:pt x="16" y="37"/>
                    <a:pt x="16" y="37"/>
                    <a:pt x="16" y="37"/>
                  </a:cubicBezTo>
                  <a:cubicBezTo>
                    <a:pt x="18" y="51"/>
                    <a:pt x="18" y="51"/>
                    <a:pt x="18" y="51"/>
                  </a:cubicBezTo>
                  <a:cubicBezTo>
                    <a:pt x="19" y="51"/>
                    <a:pt x="19" y="51"/>
                    <a:pt x="19" y="51"/>
                  </a:cubicBezTo>
                  <a:cubicBezTo>
                    <a:pt x="17" y="37"/>
                    <a:pt x="17" y="37"/>
                    <a:pt x="17" y="37"/>
                  </a:cubicBezTo>
                  <a:cubicBezTo>
                    <a:pt x="16" y="37"/>
                    <a:pt x="16" y="37"/>
                    <a:pt x="16" y="37"/>
                  </a:cubicBezTo>
                  <a:close/>
                  <a:moveTo>
                    <a:pt x="38" y="36"/>
                  </a:moveTo>
                  <a:cubicBezTo>
                    <a:pt x="38" y="36"/>
                    <a:pt x="38" y="36"/>
                    <a:pt x="38" y="36"/>
                  </a:cubicBezTo>
                  <a:cubicBezTo>
                    <a:pt x="40" y="51"/>
                    <a:pt x="40" y="51"/>
                    <a:pt x="40" y="51"/>
                  </a:cubicBezTo>
                  <a:cubicBezTo>
                    <a:pt x="41" y="51"/>
                    <a:pt x="43" y="51"/>
                    <a:pt x="45" y="51"/>
                  </a:cubicBezTo>
                  <a:cubicBezTo>
                    <a:pt x="43" y="37"/>
                    <a:pt x="43" y="37"/>
                    <a:pt x="43" y="37"/>
                  </a:cubicBezTo>
                  <a:cubicBezTo>
                    <a:pt x="41" y="37"/>
                    <a:pt x="40" y="37"/>
                    <a:pt x="38" y="36"/>
                  </a:cubicBezTo>
                  <a:close/>
                  <a:moveTo>
                    <a:pt x="33" y="36"/>
                  </a:moveTo>
                  <a:cubicBezTo>
                    <a:pt x="33" y="36"/>
                    <a:pt x="33" y="36"/>
                    <a:pt x="33" y="36"/>
                  </a:cubicBezTo>
                  <a:cubicBezTo>
                    <a:pt x="33" y="36"/>
                    <a:pt x="33" y="36"/>
                    <a:pt x="33" y="36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6" y="51"/>
                    <a:pt x="38" y="51"/>
                    <a:pt x="39" y="51"/>
                  </a:cubicBezTo>
                  <a:cubicBezTo>
                    <a:pt x="37" y="36"/>
                    <a:pt x="37" y="36"/>
                    <a:pt x="37" y="36"/>
                  </a:cubicBezTo>
                  <a:cubicBezTo>
                    <a:pt x="36" y="36"/>
                    <a:pt x="34" y="36"/>
                    <a:pt x="33" y="36"/>
                  </a:cubicBezTo>
                  <a:close/>
                  <a:moveTo>
                    <a:pt x="28" y="37"/>
                  </a:moveTo>
                  <a:cubicBezTo>
                    <a:pt x="28" y="37"/>
                    <a:pt x="28" y="37"/>
                    <a:pt x="28" y="37"/>
                  </a:cubicBezTo>
                  <a:cubicBezTo>
                    <a:pt x="30" y="51"/>
                    <a:pt x="30" y="51"/>
                    <a:pt x="30" y="51"/>
                  </a:cubicBezTo>
                  <a:cubicBezTo>
                    <a:pt x="34" y="51"/>
                    <a:pt x="34" y="51"/>
                    <a:pt x="34" y="51"/>
                  </a:cubicBezTo>
                  <a:cubicBezTo>
                    <a:pt x="32" y="36"/>
                    <a:pt x="32" y="36"/>
                    <a:pt x="32" y="36"/>
                  </a:cubicBezTo>
                  <a:cubicBezTo>
                    <a:pt x="31" y="36"/>
                    <a:pt x="29" y="36"/>
                    <a:pt x="28" y="37"/>
                  </a:cubicBezTo>
                  <a:close/>
                  <a:moveTo>
                    <a:pt x="34" y="51"/>
                  </a:moveTo>
                  <a:cubicBezTo>
                    <a:pt x="34" y="51"/>
                    <a:pt x="34" y="51"/>
                    <a:pt x="34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5" y="51"/>
                    <a:pt x="35" y="51"/>
                    <a:pt x="35" y="51"/>
                  </a:cubicBezTo>
                  <a:cubicBezTo>
                    <a:pt x="34" y="51"/>
                    <a:pt x="34" y="51"/>
                    <a:pt x="3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0"/>
            <p:cNvSpPr>
              <a:spLocks noChangeArrowheads="1"/>
            </p:cNvSpPr>
            <p:nvPr/>
          </p:nvSpPr>
          <p:spPr bwMode="auto">
            <a:xfrm>
              <a:off x="0" y="4299"/>
              <a:ext cx="5775" cy="3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Freeform 11"/>
            <p:cNvSpPr/>
            <p:nvPr/>
          </p:nvSpPr>
          <p:spPr bwMode="auto">
            <a:xfrm>
              <a:off x="4947" y="4133"/>
              <a:ext cx="122" cy="131"/>
            </a:xfrm>
            <a:custGeom>
              <a:avLst/>
              <a:gdLst>
                <a:gd name="T0" fmla="*/ 34 w 47"/>
                <a:gd name="T1" fmla="*/ 3 h 49"/>
                <a:gd name="T2" fmla="*/ 34 w 47"/>
                <a:gd name="T3" fmla="*/ 5 h 49"/>
                <a:gd name="T4" fmla="*/ 33 w 47"/>
                <a:gd name="T5" fmla="*/ 12 h 49"/>
                <a:gd name="T6" fmla="*/ 37 w 47"/>
                <a:gd name="T7" fmla="*/ 12 h 49"/>
                <a:gd name="T8" fmla="*/ 40 w 47"/>
                <a:gd name="T9" fmla="*/ 12 h 49"/>
                <a:gd name="T10" fmla="*/ 47 w 47"/>
                <a:gd name="T11" fmla="*/ 15 h 49"/>
                <a:gd name="T12" fmla="*/ 43 w 47"/>
                <a:gd name="T13" fmla="*/ 16 h 49"/>
                <a:gd name="T14" fmla="*/ 37 w 47"/>
                <a:gd name="T15" fmla="*/ 16 h 49"/>
                <a:gd name="T16" fmla="*/ 36 w 47"/>
                <a:gd name="T17" fmla="*/ 18 h 49"/>
                <a:gd name="T18" fmla="*/ 32 w 47"/>
                <a:gd name="T19" fmla="*/ 25 h 49"/>
                <a:gd name="T20" fmla="*/ 32 w 47"/>
                <a:gd name="T21" fmla="*/ 30 h 49"/>
                <a:gd name="T22" fmla="*/ 32 w 47"/>
                <a:gd name="T23" fmla="*/ 31 h 49"/>
                <a:gd name="T24" fmla="*/ 33 w 47"/>
                <a:gd name="T25" fmla="*/ 37 h 49"/>
                <a:gd name="T26" fmla="*/ 33 w 47"/>
                <a:gd name="T27" fmla="*/ 39 h 49"/>
                <a:gd name="T28" fmla="*/ 33 w 47"/>
                <a:gd name="T29" fmla="*/ 43 h 49"/>
                <a:gd name="T30" fmla="*/ 31 w 47"/>
                <a:gd name="T31" fmla="*/ 49 h 49"/>
                <a:gd name="T32" fmla="*/ 28 w 47"/>
                <a:gd name="T33" fmla="*/ 45 h 49"/>
                <a:gd name="T34" fmla="*/ 27 w 47"/>
                <a:gd name="T35" fmla="*/ 40 h 49"/>
                <a:gd name="T36" fmla="*/ 26 w 47"/>
                <a:gd name="T37" fmla="*/ 37 h 49"/>
                <a:gd name="T38" fmla="*/ 28 w 47"/>
                <a:gd name="T39" fmla="*/ 36 h 49"/>
                <a:gd name="T40" fmla="*/ 28 w 47"/>
                <a:gd name="T41" fmla="*/ 34 h 49"/>
                <a:gd name="T42" fmla="*/ 28 w 47"/>
                <a:gd name="T43" fmla="*/ 29 h 49"/>
                <a:gd name="T44" fmla="*/ 25 w 47"/>
                <a:gd name="T45" fmla="*/ 33 h 49"/>
                <a:gd name="T46" fmla="*/ 22 w 47"/>
                <a:gd name="T47" fmla="*/ 36 h 49"/>
                <a:gd name="T48" fmla="*/ 21 w 47"/>
                <a:gd name="T49" fmla="*/ 37 h 49"/>
                <a:gd name="T50" fmla="*/ 16 w 47"/>
                <a:gd name="T51" fmla="*/ 40 h 49"/>
                <a:gd name="T52" fmla="*/ 16 w 47"/>
                <a:gd name="T53" fmla="*/ 36 h 49"/>
                <a:gd name="T54" fmla="*/ 14 w 47"/>
                <a:gd name="T55" fmla="*/ 36 h 49"/>
                <a:gd name="T56" fmla="*/ 18 w 47"/>
                <a:gd name="T57" fmla="*/ 30 h 49"/>
                <a:gd name="T58" fmla="*/ 21 w 47"/>
                <a:gd name="T59" fmla="*/ 27 h 49"/>
                <a:gd name="T60" fmla="*/ 25 w 47"/>
                <a:gd name="T61" fmla="*/ 23 h 49"/>
                <a:gd name="T62" fmla="*/ 28 w 47"/>
                <a:gd name="T63" fmla="*/ 18 h 49"/>
                <a:gd name="T64" fmla="*/ 26 w 47"/>
                <a:gd name="T65" fmla="*/ 17 h 49"/>
                <a:gd name="T66" fmla="*/ 26 w 47"/>
                <a:gd name="T67" fmla="*/ 17 h 49"/>
                <a:gd name="T68" fmla="*/ 19 w 47"/>
                <a:gd name="T69" fmla="*/ 20 h 49"/>
                <a:gd name="T70" fmla="*/ 16 w 47"/>
                <a:gd name="T71" fmla="*/ 21 h 49"/>
                <a:gd name="T72" fmla="*/ 10 w 47"/>
                <a:gd name="T73" fmla="*/ 24 h 49"/>
                <a:gd name="T74" fmla="*/ 1 w 47"/>
                <a:gd name="T75" fmla="*/ 23 h 49"/>
                <a:gd name="T76" fmla="*/ 4 w 47"/>
                <a:gd name="T77" fmla="*/ 21 h 49"/>
                <a:gd name="T78" fmla="*/ 8 w 47"/>
                <a:gd name="T79" fmla="*/ 21 h 49"/>
                <a:gd name="T80" fmla="*/ 11 w 47"/>
                <a:gd name="T81" fmla="*/ 20 h 49"/>
                <a:gd name="T82" fmla="*/ 17 w 47"/>
                <a:gd name="T83" fmla="*/ 18 h 49"/>
                <a:gd name="T84" fmla="*/ 29 w 47"/>
                <a:gd name="T85" fmla="*/ 8 h 49"/>
                <a:gd name="T86" fmla="*/ 29 w 47"/>
                <a:gd name="T87" fmla="*/ 4 h 49"/>
                <a:gd name="T88" fmla="*/ 27 w 47"/>
                <a:gd name="T89" fmla="*/ 1 h 49"/>
                <a:gd name="T90" fmla="*/ 33 w 47"/>
                <a:gd name="T91" fmla="*/ 1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47" h="49">
                  <a:moveTo>
                    <a:pt x="33" y="1"/>
                  </a:moveTo>
                  <a:cubicBezTo>
                    <a:pt x="34" y="1"/>
                    <a:pt x="33" y="2"/>
                    <a:pt x="34" y="3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4" y="4"/>
                    <a:pt x="34" y="5"/>
                    <a:pt x="34" y="5"/>
                  </a:cubicBezTo>
                  <a:cubicBezTo>
                    <a:pt x="34" y="8"/>
                    <a:pt x="33" y="10"/>
                    <a:pt x="33" y="12"/>
                  </a:cubicBezTo>
                  <a:cubicBezTo>
                    <a:pt x="33" y="12"/>
                    <a:pt x="33" y="12"/>
                    <a:pt x="33" y="12"/>
                  </a:cubicBezTo>
                  <a:cubicBezTo>
                    <a:pt x="34" y="13"/>
                    <a:pt x="34" y="12"/>
                    <a:pt x="34" y="12"/>
                  </a:cubicBezTo>
                  <a:cubicBezTo>
                    <a:pt x="35" y="12"/>
                    <a:pt x="36" y="12"/>
                    <a:pt x="37" y="12"/>
                  </a:cubicBezTo>
                  <a:cubicBezTo>
                    <a:pt x="37" y="12"/>
                    <a:pt x="37" y="12"/>
                    <a:pt x="38" y="12"/>
                  </a:cubicBezTo>
                  <a:cubicBezTo>
                    <a:pt x="38" y="12"/>
                    <a:pt x="39" y="12"/>
                    <a:pt x="40" y="12"/>
                  </a:cubicBezTo>
                  <a:cubicBezTo>
                    <a:pt x="42" y="12"/>
                    <a:pt x="43" y="13"/>
                    <a:pt x="45" y="13"/>
                  </a:cubicBezTo>
                  <a:cubicBezTo>
                    <a:pt x="45" y="14"/>
                    <a:pt x="46" y="14"/>
                    <a:pt x="47" y="15"/>
                  </a:cubicBezTo>
                  <a:cubicBezTo>
                    <a:pt x="46" y="16"/>
                    <a:pt x="47" y="17"/>
                    <a:pt x="45" y="17"/>
                  </a:cubicBezTo>
                  <a:cubicBezTo>
                    <a:pt x="45" y="16"/>
                    <a:pt x="44" y="17"/>
                    <a:pt x="43" y="16"/>
                  </a:cubicBezTo>
                  <a:cubicBezTo>
                    <a:pt x="43" y="16"/>
                    <a:pt x="42" y="16"/>
                    <a:pt x="41" y="16"/>
                  </a:cubicBezTo>
                  <a:cubicBezTo>
                    <a:pt x="40" y="16"/>
                    <a:pt x="39" y="16"/>
                    <a:pt x="37" y="16"/>
                  </a:cubicBezTo>
                  <a:cubicBezTo>
                    <a:pt x="37" y="16"/>
                    <a:pt x="37" y="16"/>
                    <a:pt x="37" y="16"/>
                  </a:cubicBezTo>
                  <a:cubicBezTo>
                    <a:pt x="37" y="17"/>
                    <a:pt x="37" y="18"/>
                    <a:pt x="36" y="18"/>
                  </a:cubicBezTo>
                  <a:cubicBezTo>
                    <a:pt x="36" y="19"/>
                    <a:pt x="36" y="20"/>
                    <a:pt x="36" y="20"/>
                  </a:cubicBezTo>
                  <a:cubicBezTo>
                    <a:pt x="34" y="22"/>
                    <a:pt x="33" y="23"/>
                    <a:pt x="32" y="25"/>
                  </a:cubicBezTo>
                  <a:cubicBezTo>
                    <a:pt x="32" y="25"/>
                    <a:pt x="32" y="26"/>
                    <a:pt x="32" y="26"/>
                  </a:cubicBezTo>
                  <a:cubicBezTo>
                    <a:pt x="32" y="27"/>
                    <a:pt x="32" y="28"/>
                    <a:pt x="32" y="30"/>
                  </a:cubicBezTo>
                  <a:cubicBezTo>
                    <a:pt x="32" y="30"/>
                    <a:pt x="32" y="30"/>
                    <a:pt x="32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2" y="31"/>
                    <a:pt x="32" y="32"/>
                    <a:pt x="33" y="33"/>
                  </a:cubicBezTo>
                  <a:cubicBezTo>
                    <a:pt x="32" y="34"/>
                    <a:pt x="32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3" y="38"/>
                    <a:pt x="32" y="39"/>
                    <a:pt x="33" y="39"/>
                  </a:cubicBezTo>
                  <a:cubicBezTo>
                    <a:pt x="32" y="40"/>
                    <a:pt x="33" y="41"/>
                    <a:pt x="33" y="42"/>
                  </a:cubicBezTo>
                  <a:cubicBezTo>
                    <a:pt x="33" y="42"/>
                    <a:pt x="33" y="42"/>
                    <a:pt x="33" y="43"/>
                  </a:cubicBezTo>
                  <a:cubicBezTo>
                    <a:pt x="33" y="44"/>
                    <a:pt x="33" y="45"/>
                    <a:pt x="33" y="46"/>
                  </a:cubicBezTo>
                  <a:cubicBezTo>
                    <a:pt x="32" y="47"/>
                    <a:pt x="32" y="48"/>
                    <a:pt x="31" y="49"/>
                  </a:cubicBezTo>
                  <a:cubicBezTo>
                    <a:pt x="30" y="49"/>
                    <a:pt x="30" y="49"/>
                    <a:pt x="29" y="49"/>
                  </a:cubicBezTo>
                  <a:cubicBezTo>
                    <a:pt x="30" y="47"/>
                    <a:pt x="28" y="47"/>
                    <a:pt x="28" y="45"/>
                  </a:cubicBezTo>
                  <a:cubicBezTo>
                    <a:pt x="27" y="45"/>
                    <a:pt x="27" y="43"/>
                    <a:pt x="28" y="42"/>
                  </a:cubicBezTo>
                  <a:cubicBezTo>
                    <a:pt x="28" y="41"/>
                    <a:pt x="27" y="41"/>
                    <a:pt x="27" y="40"/>
                  </a:cubicBezTo>
                  <a:cubicBezTo>
                    <a:pt x="27" y="39"/>
                    <a:pt x="26" y="39"/>
                    <a:pt x="26" y="38"/>
                  </a:cubicBezTo>
                  <a:cubicBezTo>
                    <a:pt x="26" y="38"/>
                    <a:pt x="27" y="38"/>
                    <a:pt x="26" y="37"/>
                  </a:cubicBezTo>
                  <a:cubicBezTo>
                    <a:pt x="27" y="37"/>
                    <a:pt x="27" y="38"/>
                    <a:pt x="27" y="38"/>
                  </a:cubicBezTo>
                  <a:cubicBezTo>
                    <a:pt x="28" y="38"/>
                    <a:pt x="28" y="37"/>
                    <a:pt x="28" y="36"/>
                  </a:cubicBezTo>
                  <a:cubicBezTo>
                    <a:pt x="28" y="36"/>
                    <a:pt x="28" y="36"/>
                    <a:pt x="28" y="36"/>
                  </a:cubicBezTo>
                  <a:cubicBezTo>
                    <a:pt x="28" y="35"/>
                    <a:pt x="28" y="34"/>
                    <a:pt x="28" y="34"/>
                  </a:cubicBezTo>
                  <a:cubicBezTo>
                    <a:pt x="28" y="33"/>
                    <a:pt x="28" y="31"/>
                    <a:pt x="28" y="30"/>
                  </a:cubicBezTo>
                  <a:cubicBezTo>
                    <a:pt x="28" y="29"/>
                    <a:pt x="29" y="29"/>
                    <a:pt x="28" y="29"/>
                  </a:cubicBezTo>
                  <a:cubicBezTo>
                    <a:pt x="27" y="29"/>
                    <a:pt x="27" y="31"/>
                    <a:pt x="26" y="31"/>
                  </a:cubicBezTo>
                  <a:cubicBezTo>
                    <a:pt x="26" y="32"/>
                    <a:pt x="25" y="32"/>
                    <a:pt x="25" y="33"/>
                  </a:cubicBezTo>
                  <a:cubicBezTo>
                    <a:pt x="23" y="34"/>
                    <a:pt x="23" y="34"/>
                    <a:pt x="23" y="34"/>
                  </a:cubicBezTo>
                  <a:cubicBezTo>
                    <a:pt x="23" y="35"/>
                    <a:pt x="22" y="35"/>
                    <a:pt x="22" y="36"/>
                  </a:cubicBezTo>
                  <a:cubicBezTo>
                    <a:pt x="21" y="36"/>
                    <a:pt x="21" y="36"/>
                    <a:pt x="21" y="36"/>
                  </a:cubicBezTo>
                  <a:cubicBezTo>
                    <a:pt x="21" y="37"/>
                    <a:pt x="21" y="37"/>
                    <a:pt x="21" y="37"/>
                  </a:cubicBezTo>
                  <a:cubicBezTo>
                    <a:pt x="20" y="36"/>
                    <a:pt x="20" y="37"/>
                    <a:pt x="20" y="37"/>
                  </a:cubicBezTo>
                  <a:cubicBezTo>
                    <a:pt x="19" y="38"/>
                    <a:pt x="18" y="39"/>
                    <a:pt x="16" y="40"/>
                  </a:cubicBezTo>
                  <a:cubicBezTo>
                    <a:pt x="16" y="40"/>
                    <a:pt x="16" y="39"/>
                    <a:pt x="16" y="39"/>
                  </a:cubicBezTo>
                  <a:cubicBezTo>
                    <a:pt x="16" y="38"/>
                    <a:pt x="16" y="37"/>
                    <a:pt x="16" y="36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6"/>
                    <a:pt x="15" y="36"/>
                    <a:pt x="14" y="36"/>
                  </a:cubicBezTo>
                  <a:cubicBezTo>
                    <a:pt x="14" y="35"/>
                    <a:pt x="16" y="34"/>
                    <a:pt x="16" y="33"/>
                  </a:cubicBezTo>
                  <a:cubicBezTo>
                    <a:pt x="17" y="32"/>
                    <a:pt x="17" y="31"/>
                    <a:pt x="18" y="30"/>
                  </a:cubicBezTo>
                  <a:cubicBezTo>
                    <a:pt x="18" y="30"/>
                    <a:pt x="19" y="30"/>
                    <a:pt x="19" y="29"/>
                  </a:cubicBezTo>
                  <a:cubicBezTo>
                    <a:pt x="20" y="28"/>
                    <a:pt x="20" y="28"/>
                    <a:pt x="21" y="27"/>
                  </a:cubicBezTo>
                  <a:cubicBezTo>
                    <a:pt x="21" y="26"/>
                    <a:pt x="22" y="27"/>
                    <a:pt x="22" y="26"/>
                  </a:cubicBezTo>
                  <a:cubicBezTo>
                    <a:pt x="23" y="25"/>
                    <a:pt x="24" y="24"/>
                    <a:pt x="25" y="23"/>
                  </a:cubicBezTo>
                  <a:cubicBezTo>
                    <a:pt x="25" y="22"/>
                    <a:pt x="25" y="22"/>
                    <a:pt x="26" y="21"/>
                  </a:cubicBezTo>
                  <a:cubicBezTo>
                    <a:pt x="27" y="20"/>
                    <a:pt x="28" y="19"/>
                    <a:pt x="28" y="18"/>
                  </a:cubicBezTo>
                  <a:cubicBezTo>
                    <a:pt x="28" y="17"/>
                    <a:pt x="30" y="17"/>
                    <a:pt x="29" y="16"/>
                  </a:cubicBezTo>
                  <a:cubicBezTo>
                    <a:pt x="28" y="16"/>
                    <a:pt x="27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6" y="17"/>
                    <a:pt x="26" y="17"/>
                    <a:pt x="26" y="17"/>
                  </a:cubicBezTo>
                  <a:cubicBezTo>
                    <a:pt x="25" y="17"/>
                    <a:pt x="24" y="18"/>
                    <a:pt x="23" y="18"/>
                  </a:cubicBezTo>
                  <a:cubicBezTo>
                    <a:pt x="22" y="19"/>
                    <a:pt x="20" y="19"/>
                    <a:pt x="19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1"/>
                    <a:pt x="16" y="21"/>
                    <a:pt x="16" y="21"/>
                  </a:cubicBezTo>
                  <a:cubicBezTo>
                    <a:pt x="14" y="22"/>
                    <a:pt x="13" y="23"/>
                    <a:pt x="12" y="23"/>
                  </a:cubicBezTo>
                  <a:cubicBezTo>
                    <a:pt x="12" y="24"/>
                    <a:pt x="10" y="23"/>
                    <a:pt x="10" y="24"/>
                  </a:cubicBezTo>
                  <a:cubicBezTo>
                    <a:pt x="8" y="25"/>
                    <a:pt x="6" y="26"/>
                    <a:pt x="3" y="26"/>
                  </a:cubicBezTo>
                  <a:cubicBezTo>
                    <a:pt x="3" y="25"/>
                    <a:pt x="2" y="24"/>
                    <a:pt x="1" y="23"/>
                  </a:cubicBezTo>
                  <a:cubicBezTo>
                    <a:pt x="2" y="22"/>
                    <a:pt x="0" y="22"/>
                    <a:pt x="2" y="21"/>
                  </a:cubicBezTo>
                  <a:cubicBezTo>
                    <a:pt x="2" y="21"/>
                    <a:pt x="3" y="22"/>
                    <a:pt x="4" y="21"/>
                  </a:cubicBezTo>
                  <a:cubicBezTo>
                    <a:pt x="4" y="22"/>
                    <a:pt x="4" y="22"/>
                    <a:pt x="4" y="22"/>
                  </a:cubicBezTo>
                  <a:cubicBezTo>
                    <a:pt x="5" y="21"/>
                    <a:pt x="7" y="21"/>
                    <a:pt x="8" y="21"/>
                  </a:cubicBezTo>
                  <a:cubicBezTo>
                    <a:pt x="8" y="21"/>
                    <a:pt x="8" y="20"/>
                    <a:pt x="8" y="21"/>
                  </a:cubicBezTo>
                  <a:cubicBezTo>
                    <a:pt x="9" y="20"/>
                    <a:pt x="10" y="20"/>
                    <a:pt x="11" y="20"/>
                  </a:cubicBezTo>
                  <a:cubicBezTo>
                    <a:pt x="12" y="20"/>
                    <a:pt x="13" y="19"/>
                    <a:pt x="14" y="19"/>
                  </a:cubicBezTo>
                  <a:cubicBezTo>
                    <a:pt x="15" y="19"/>
                    <a:pt x="16" y="18"/>
                    <a:pt x="17" y="18"/>
                  </a:cubicBezTo>
                  <a:cubicBezTo>
                    <a:pt x="21" y="16"/>
                    <a:pt x="25" y="15"/>
                    <a:pt x="29" y="14"/>
                  </a:cubicBezTo>
                  <a:cubicBezTo>
                    <a:pt x="29" y="12"/>
                    <a:pt x="29" y="10"/>
                    <a:pt x="29" y="8"/>
                  </a:cubicBezTo>
                  <a:cubicBezTo>
                    <a:pt x="29" y="8"/>
                    <a:pt x="30" y="8"/>
                    <a:pt x="30" y="8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29" y="3"/>
                    <a:pt x="29" y="2"/>
                    <a:pt x="28" y="2"/>
                  </a:cubicBezTo>
                  <a:cubicBezTo>
                    <a:pt x="28" y="1"/>
                    <a:pt x="26" y="2"/>
                    <a:pt x="27" y="1"/>
                  </a:cubicBezTo>
                  <a:cubicBezTo>
                    <a:pt x="27" y="0"/>
                    <a:pt x="28" y="0"/>
                    <a:pt x="28" y="0"/>
                  </a:cubicBezTo>
                  <a:cubicBezTo>
                    <a:pt x="30" y="0"/>
                    <a:pt x="32" y="0"/>
                    <a:pt x="33" y="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Freeform 12"/>
            <p:cNvSpPr>
              <a:spLocks noEditPoints="1"/>
            </p:cNvSpPr>
            <p:nvPr/>
          </p:nvSpPr>
          <p:spPr bwMode="auto">
            <a:xfrm>
              <a:off x="4833" y="4128"/>
              <a:ext cx="140" cy="142"/>
            </a:xfrm>
            <a:custGeom>
              <a:avLst/>
              <a:gdLst>
                <a:gd name="T0" fmla="*/ 15 w 54"/>
                <a:gd name="T1" fmla="*/ 0 h 53"/>
                <a:gd name="T2" fmla="*/ 20 w 54"/>
                <a:gd name="T3" fmla="*/ 7 h 53"/>
                <a:gd name="T4" fmla="*/ 23 w 54"/>
                <a:gd name="T5" fmla="*/ 11 h 53"/>
                <a:gd name="T6" fmla="*/ 25 w 54"/>
                <a:gd name="T7" fmla="*/ 15 h 53"/>
                <a:gd name="T8" fmla="*/ 30 w 54"/>
                <a:gd name="T9" fmla="*/ 22 h 53"/>
                <a:gd name="T10" fmla="*/ 33 w 54"/>
                <a:gd name="T11" fmla="*/ 27 h 53"/>
                <a:gd name="T12" fmla="*/ 36 w 54"/>
                <a:gd name="T13" fmla="*/ 25 h 53"/>
                <a:gd name="T14" fmla="*/ 35 w 54"/>
                <a:gd name="T15" fmla="*/ 18 h 53"/>
                <a:gd name="T16" fmla="*/ 39 w 54"/>
                <a:gd name="T17" fmla="*/ 18 h 53"/>
                <a:gd name="T18" fmla="*/ 41 w 54"/>
                <a:gd name="T19" fmla="*/ 25 h 53"/>
                <a:gd name="T20" fmla="*/ 39 w 54"/>
                <a:gd name="T21" fmla="*/ 35 h 53"/>
                <a:gd name="T22" fmla="*/ 42 w 54"/>
                <a:gd name="T23" fmla="*/ 41 h 53"/>
                <a:gd name="T24" fmla="*/ 48 w 54"/>
                <a:gd name="T25" fmla="*/ 46 h 53"/>
                <a:gd name="T26" fmla="*/ 51 w 54"/>
                <a:gd name="T27" fmla="*/ 45 h 53"/>
                <a:gd name="T28" fmla="*/ 54 w 54"/>
                <a:gd name="T29" fmla="*/ 51 h 53"/>
                <a:gd name="T30" fmla="*/ 53 w 54"/>
                <a:gd name="T31" fmla="*/ 53 h 53"/>
                <a:gd name="T32" fmla="*/ 51 w 54"/>
                <a:gd name="T33" fmla="*/ 53 h 53"/>
                <a:gd name="T34" fmla="*/ 44 w 54"/>
                <a:gd name="T35" fmla="*/ 48 h 53"/>
                <a:gd name="T36" fmla="*/ 37 w 54"/>
                <a:gd name="T37" fmla="*/ 40 h 53"/>
                <a:gd name="T38" fmla="*/ 32 w 54"/>
                <a:gd name="T39" fmla="*/ 42 h 53"/>
                <a:gd name="T40" fmla="*/ 27 w 54"/>
                <a:gd name="T41" fmla="*/ 44 h 53"/>
                <a:gd name="T42" fmla="*/ 25 w 54"/>
                <a:gd name="T43" fmla="*/ 43 h 53"/>
                <a:gd name="T44" fmla="*/ 30 w 54"/>
                <a:gd name="T45" fmla="*/ 41 h 53"/>
                <a:gd name="T46" fmla="*/ 34 w 54"/>
                <a:gd name="T47" fmla="*/ 35 h 53"/>
                <a:gd name="T48" fmla="*/ 32 w 54"/>
                <a:gd name="T49" fmla="*/ 31 h 53"/>
                <a:gd name="T50" fmla="*/ 26 w 54"/>
                <a:gd name="T51" fmla="*/ 34 h 53"/>
                <a:gd name="T52" fmla="*/ 22 w 54"/>
                <a:gd name="T53" fmla="*/ 38 h 53"/>
                <a:gd name="T54" fmla="*/ 17 w 54"/>
                <a:gd name="T55" fmla="*/ 44 h 53"/>
                <a:gd name="T56" fmla="*/ 14 w 54"/>
                <a:gd name="T57" fmla="*/ 45 h 53"/>
                <a:gd name="T58" fmla="*/ 12 w 54"/>
                <a:gd name="T59" fmla="*/ 37 h 53"/>
                <a:gd name="T60" fmla="*/ 19 w 54"/>
                <a:gd name="T61" fmla="*/ 34 h 53"/>
                <a:gd name="T62" fmla="*/ 24 w 54"/>
                <a:gd name="T63" fmla="*/ 27 h 53"/>
                <a:gd name="T64" fmla="*/ 19 w 54"/>
                <a:gd name="T65" fmla="*/ 28 h 53"/>
                <a:gd name="T66" fmla="*/ 16 w 54"/>
                <a:gd name="T67" fmla="*/ 29 h 53"/>
                <a:gd name="T68" fmla="*/ 9 w 54"/>
                <a:gd name="T69" fmla="*/ 34 h 53"/>
                <a:gd name="T70" fmla="*/ 7 w 54"/>
                <a:gd name="T71" fmla="*/ 42 h 53"/>
                <a:gd name="T72" fmla="*/ 3 w 54"/>
                <a:gd name="T73" fmla="*/ 42 h 53"/>
                <a:gd name="T74" fmla="*/ 2 w 54"/>
                <a:gd name="T75" fmla="*/ 38 h 53"/>
                <a:gd name="T76" fmla="*/ 4 w 54"/>
                <a:gd name="T77" fmla="*/ 29 h 53"/>
                <a:gd name="T78" fmla="*/ 1 w 54"/>
                <a:gd name="T79" fmla="*/ 23 h 53"/>
                <a:gd name="T80" fmla="*/ 7 w 54"/>
                <a:gd name="T81" fmla="*/ 28 h 53"/>
                <a:gd name="T82" fmla="*/ 10 w 54"/>
                <a:gd name="T83" fmla="*/ 27 h 53"/>
                <a:gd name="T84" fmla="*/ 13 w 54"/>
                <a:gd name="T85" fmla="*/ 23 h 53"/>
                <a:gd name="T86" fmla="*/ 14 w 54"/>
                <a:gd name="T87" fmla="*/ 21 h 53"/>
                <a:gd name="T88" fmla="*/ 16 w 54"/>
                <a:gd name="T89" fmla="*/ 19 h 53"/>
                <a:gd name="T90" fmla="*/ 15 w 54"/>
                <a:gd name="T91" fmla="*/ 17 h 53"/>
                <a:gd name="T92" fmla="*/ 10 w 54"/>
                <a:gd name="T93" fmla="*/ 20 h 53"/>
                <a:gd name="T94" fmla="*/ 6 w 54"/>
                <a:gd name="T95" fmla="*/ 20 h 53"/>
                <a:gd name="T96" fmla="*/ 3 w 54"/>
                <a:gd name="T97" fmla="*/ 19 h 53"/>
                <a:gd name="T98" fmla="*/ 11 w 54"/>
                <a:gd name="T99" fmla="*/ 16 h 53"/>
                <a:gd name="T100" fmla="*/ 19 w 54"/>
                <a:gd name="T101" fmla="*/ 12 h 53"/>
                <a:gd name="T102" fmla="*/ 16 w 54"/>
                <a:gd name="T103" fmla="*/ 8 h 53"/>
                <a:gd name="T104" fmla="*/ 10 w 54"/>
                <a:gd name="T105" fmla="*/ 1 h 53"/>
                <a:gd name="T106" fmla="*/ 31 w 54"/>
                <a:gd name="T107" fmla="*/ 4 h 53"/>
                <a:gd name="T108" fmla="*/ 33 w 54"/>
                <a:gd name="T109" fmla="*/ 8 h 53"/>
                <a:gd name="T110" fmla="*/ 29 w 54"/>
                <a:gd name="T111" fmla="*/ 9 h 53"/>
                <a:gd name="T112" fmla="*/ 27 w 54"/>
                <a:gd name="T113" fmla="*/ 3 h 53"/>
                <a:gd name="T114" fmla="*/ 29 w 54"/>
                <a:gd name="T115" fmla="*/ 4 h 53"/>
                <a:gd name="T116" fmla="*/ 25 w 54"/>
                <a:gd name="T117" fmla="*/ 19 h 53"/>
                <a:gd name="T118" fmla="*/ 18 w 54"/>
                <a:gd name="T119" fmla="*/ 25 h 53"/>
                <a:gd name="T120" fmla="*/ 23 w 54"/>
                <a:gd name="T121" fmla="*/ 17 h 53"/>
                <a:gd name="T122" fmla="*/ 12 w 54"/>
                <a:gd name="T123" fmla="*/ 2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54" h="53">
                  <a:moveTo>
                    <a:pt x="12" y="0"/>
                  </a:moveTo>
                  <a:cubicBezTo>
                    <a:pt x="12" y="0"/>
                    <a:pt x="13" y="0"/>
                    <a:pt x="14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0"/>
                    <a:pt x="15" y="0"/>
                    <a:pt x="15" y="0"/>
                  </a:cubicBezTo>
                  <a:cubicBezTo>
                    <a:pt x="16" y="1"/>
                    <a:pt x="16" y="1"/>
                    <a:pt x="16" y="2"/>
                  </a:cubicBezTo>
                  <a:cubicBezTo>
                    <a:pt x="17" y="2"/>
                    <a:pt x="17" y="3"/>
                    <a:pt x="17" y="3"/>
                  </a:cubicBezTo>
                  <a:cubicBezTo>
                    <a:pt x="17" y="4"/>
                    <a:pt x="18" y="4"/>
                    <a:pt x="18" y="5"/>
                  </a:cubicBezTo>
                  <a:cubicBezTo>
                    <a:pt x="19" y="6"/>
                    <a:pt x="19" y="6"/>
                    <a:pt x="20" y="7"/>
                  </a:cubicBezTo>
                  <a:cubicBezTo>
                    <a:pt x="20" y="8"/>
                    <a:pt x="22" y="8"/>
                    <a:pt x="21" y="10"/>
                  </a:cubicBezTo>
                  <a:cubicBezTo>
                    <a:pt x="21" y="10"/>
                    <a:pt x="22" y="10"/>
                    <a:pt x="23" y="11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11"/>
                    <a:pt x="23" y="11"/>
                    <a:pt x="23" y="11"/>
                  </a:cubicBezTo>
                  <a:cubicBezTo>
                    <a:pt x="24" y="10"/>
                    <a:pt x="25" y="10"/>
                    <a:pt x="26" y="10"/>
                  </a:cubicBezTo>
                  <a:cubicBezTo>
                    <a:pt x="26" y="10"/>
                    <a:pt x="27" y="11"/>
                    <a:pt x="27" y="12"/>
                  </a:cubicBezTo>
                  <a:cubicBezTo>
                    <a:pt x="27" y="12"/>
                    <a:pt x="26" y="12"/>
                    <a:pt x="27" y="12"/>
                  </a:cubicBezTo>
                  <a:cubicBezTo>
                    <a:pt x="26" y="13"/>
                    <a:pt x="26" y="14"/>
                    <a:pt x="25" y="15"/>
                  </a:cubicBezTo>
                  <a:cubicBezTo>
                    <a:pt x="24" y="16"/>
                    <a:pt x="26" y="16"/>
                    <a:pt x="26" y="18"/>
                  </a:cubicBezTo>
                  <a:cubicBezTo>
                    <a:pt x="27" y="18"/>
                    <a:pt x="27" y="19"/>
                    <a:pt x="27" y="19"/>
                  </a:cubicBezTo>
                  <a:cubicBezTo>
                    <a:pt x="28" y="20"/>
                    <a:pt x="28" y="21"/>
                    <a:pt x="28" y="21"/>
                  </a:cubicBezTo>
                  <a:cubicBezTo>
                    <a:pt x="29" y="21"/>
                    <a:pt x="29" y="21"/>
                    <a:pt x="30" y="22"/>
                  </a:cubicBezTo>
                  <a:cubicBezTo>
                    <a:pt x="31" y="22"/>
                    <a:pt x="32" y="23"/>
                    <a:pt x="31" y="25"/>
                  </a:cubicBezTo>
                  <a:cubicBezTo>
                    <a:pt x="31" y="25"/>
                    <a:pt x="31" y="25"/>
                    <a:pt x="31" y="25"/>
                  </a:cubicBezTo>
                  <a:cubicBezTo>
                    <a:pt x="31" y="25"/>
                    <a:pt x="31" y="26"/>
                    <a:pt x="31" y="26"/>
                  </a:cubicBezTo>
                  <a:cubicBezTo>
                    <a:pt x="32" y="26"/>
                    <a:pt x="32" y="27"/>
                    <a:pt x="33" y="27"/>
                  </a:cubicBezTo>
                  <a:cubicBezTo>
                    <a:pt x="33" y="28"/>
                    <a:pt x="34" y="30"/>
                    <a:pt x="35" y="30"/>
                  </a:cubicBezTo>
                  <a:cubicBezTo>
                    <a:pt x="36" y="30"/>
                    <a:pt x="35" y="29"/>
                    <a:pt x="36" y="28"/>
                  </a:cubicBezTo>
                  <a:cubicBezTo>
                    <a:pt x="36" y="28"/>
                    <a:pt x="36" y="26"/>
                    <a:pt x="37" y="26"/>
                  </a:cubicBezTo>
                  <a:cubicBezTo>
                    <a:pt x="36" y="25"/>
                    <a:pt x="36" y="25"/>
                    <a:pt x="36" y="25"/>
                  </a:cubicBezTo>
                  <a:cubicBezTo>
                    <a:pt x="36" y="23"/>
                    <a:pt x="37" y="21"/>
                    <a:pt x="36" y="20"/>
                  </a:cubicBezTo>
                  <a:cubicBezTo>
                    <a:pt x="36" y="19"/>
                    <a:pt x="36" y="19"/>
                    <a:pt x="36" y="19"/>
                  </a:cubicBezTo>
                  <a:cubicBezTo>
                    <a:pt x="35" y="19"/>
                    <a:pt x="35" y="18"/>
                    <a:pt x="35" y="18"/>
                  </a:cubicBezTo>
                  <a:cubicBezTo>
                    <a:pt x="35" y="18"/>
                    <a:pt x="35" y="18"/>
                    <a:pt x="35" y="18"/>
                  </a:cubicBezTo>
                  <a:cubicBezTo>
                    <a:pt x="35" y="18"/>
                    <a:pt x="35" y="18"/>
                    <a:pt x="36" y="18"/>
                  </a:cubicBezTo>
                  <a:cubicBezTo>
                    <a:pt x="36" y="18"/>
                    <a:pt x="37" y="19"/>
                    <a:pt x="38" y="18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8"/>
                    <a:pt x="39" y="18"/>
                    <a:pt x="39" y="18"/>
                  </a:cubicBezTo>
                  <a:cubicBezTo>
                    <a:pt x="40" y="19"/>
                    <a:pt x="39" y="20"/>
                    <a:pt x="40" y="21"/>
                  </a:cubicBezTo>
                  <a:cubicBezTo>
                    <a:pt x="40" y="21"/>
                    <a:pt x="40" y="21"/>
                    <a:pt x="40" y="21"/>
                  </a:cubicBezTo>
                  <a:cubicBezTo>
                    <a:pt x="41" y="21"/>
                    <a:pt x="40" y="22"/>
                    <a:pt x="41" y="22"/>
                  </a:cubicBezTo>
                  <a:cubicBezTo>
                    <a:pt x="40" y="23"/>
                    <a:pt x="41" y="24"/>
                    <a:pt x="41" y="25"/>
                  </a:cubicBezTo>
                  <a:cubicBezTo>
                    <a:pt x="40" y="26"/>
                    <a:pt x="40" y="26"/>
                    <a:pt x="40" y="26"/>
                  </a:cubicBezTo>
                  <a:cubicBezTo>
                    <a:pt x="41" y="26"/>
                    <a:pt x="41" y="26"/>
                    <a:pt x="41" y="26"/>
                  </a:cubicBezTo>
                  <a:cubicBezTo>
                    <a:pt x="40" y="27"/>
                    <a:pt x="41" y="28"/>
                    <a:pt x="40" y="28"/>
                  </a:cubicBezTo>
                  <a:cubicBezTo>
                    <a:pt x="39" y="30"/>
                    <a:pt x="40" y="33"/>
                    <a:pt x="39" y="35"/>
                  </a:cubicBezTo>
                  <a:cubicBezTo>
                    <a:pt x="39" y="35"/>
                    <a:pt x="39" y="35"/>
                    <a:pt x="39" y="35"/>
                  </a:cubicBezTo>
                  <a:cubicBezTo>
                    <a:pt x="38" y="36"/>
                    <a:pt x="39" y="36"/>
                    <a:pt x="39" y="37"/>
                  </a:cubicBezTo>
                  <a:cubicBezTo>
                    <a:pt x="41" y="38"/>
                    <a:pt x="40" y="40"/>
                    <a:pt x="42" y="40"/>
                  </a:cubicBezTo>
                  <a:cubicBezTo>
                    <a:pt x="41" y="41"/>
                    <a:pt x="42" y="41"/>
                    <a:pt x="42" y="41"/>
                  </a:cubicBezTo>
                  <a:cubicBezTo>
                    <a:pt x="43" y="41"/>
                    <a:pt x="44" y="42"/>
                    <a:pt x="44" y="43"/>
                  </a:cubicBezTo>
                  <a:cubicBezTo>
                    <a:pt x="45" y="44"/>
                    <a:pt x="45" y="44"/>
                    <a:pt x="45" y="44"/>
                  </a:cubicBezTo>
                  <a:cubicBezTo>
                    <a:pt x="46" y="45"/>
                    <a:pt x="46" y="45"/>
                    <a:pt x="47" y="45"/>
                  </a:cubicBezTo>
                  <a:cubicBezTo>
                    <a:pt x="47" y="45"/>
                    <a:pt x="47" y="46"/>
                    <a:pt x="48" y="46"/>
                  </a:cubicBezTo>
                  <a:cubicBezTo>
                    <a:pt x="48" y="46"/>
                    <a:pt x="48" y="47"/>
                    <a:pt x="48" y="47"/>
                  </a:cubicBezTo>
                  <a:cubicBezTo>
                    <a:pt x="48" y="46"/>
                    <a:pt x="49" y="46"/>
                    <a:pt x="49" y="45"/>
                  </a:cubicBezTo>
                  <a:cubicBezTo>
                    <a:pt x="49" y="45"/>
                    <a:pt x="48" y="44"/>
                    <a:pt x="49" y="44"/>
                  </a:cubicBezTo>
                  <a:cubicBezTo>
                    <a:pt x="50" y="44"/>
                    <a:pt x="50" y="45"/>
                    <a:pt x="51" y="45"/>
                  </a:cubicBezTo>
                  <a:cubicBezTo>
                    <a:pt x="50" y="46"/>
                    <a:pt x="52" y="47"/>
                    <a:pt x="52" y="48"/>
                  </a:cubicBezTo>
                  <a:cubicBezTo>
                    <a:pt x="53" y="48"/>
                    <a:pt x="52" y="49"/>
                    <a:pt x="53" y="50"/>
                  </a:cubicBezTo>
                  <a:cubicBezTo>
                    <a:pt x="53" y="50"/>
                    <a:pt x="53" y="51"/>
                    <a:pt x="53" y="51"/>
                  </a:cubicBezTo>
                  <a:cubicBezTo>
                    <a:pt x="53" y="51"/>
                    <a:pt x="54" y="51"/>
                    <a:pt x="54" y="51"/>
                  </a:cubicBezTo>
                  <a:cubicBezTo>
                    <a:pt x="54" y="51"/>
                    <a:pt x="54" y="51"/>
                    <a:pt x="54" y="51"/>
                  </a:cubicBezTo>
                  <a:cubicBezTo>
                    <a:pt x="54" y="51"/>
                    <a:pt x="53" y="52"/>
                    <a:pt x="53" y="52"/>
                  </a:cubicBezTo>
                  <a:cubicBezTo>
                    <a:pt x="53" y="52"/>
                    <a:pt x="54" y="52"/>
                    <a:pt x="53" y="53"/>
                  </a:cubicBezTo>
                  <a:cubicBezTo>
                    <a:pt x="53" y="53"/>
                    <a:pt x="53" y="53"/>
                    <a:pt x="53" y="53"/>
                  </a:cubicBezTo>
                  <a:cubicBezTo>
                    <a:pt x="52" y="53"/>
                    <a:pt x="52" y="53"/>
                    <a:pt x="52" y="53"/>
                  </a:cubicBezTo>
                  <a:cubicBezTo>
                    <a:pt x="52" y="53"/>
                    <a:pt x="52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1" y="53"/>
                    <a:pt x="51" y="53"/>
                    <a:pt x="51" y="53"/>
                  </a:cubicBezTo>
                  <a:cubicBezTo>
                    <a:pt x="50" y="52"/>
                    <a:pt x="49" y="53"/>
                    <a:pt x="49" y="52"/>
                  </a:cubicBezTo>
                  <a:cubicBezTo>
                    <a:pt x="49" y="52"/>
                    <a:pt x="48" y="51"/>
                    <a:pt x="48" y="51"/>
                  </a:cubicBezTo>
                  <a:cubicBezTo>
                    <a:pt x="49" y="50"/>
                    <a:pt x="47" y="51"/>
                    <a:pt x="46" y="50"/>
                  </a:cubicBezTo>
                  <a:cubicBezTo>
                    <a:pt x="46" y="49"/>
                    <a:pt x="44" y="49"/>
                    <a:pt x="44" y="48"/>
                  </a:cubicBezTo>
                  <a:cubicBezTo>
                    <a:pt x="44" y="48"/>
                    <a:pt x="43" y="47"/>
                    <a:pt x="42" y="47"/>
                  </a:cubicBezTo>
                  <a:cubicBezTo>
                    <a:pt x="42" y="46"/>
                    <a:pt x="42" y="46"/>
                    <a:pt x="42" y="46"/>
                  </a:cubicBezTo>
                  <a:cubicBezTo>
                    <a:pt x="41" y="45"/>
                    <a:pt x="39" y="43"/>
                    <a:pt x="39" y="42"/>
                  </a:cubicBezTo>
                  <a:cubicBezTo>
                    <a:pt x="39" y="41"/>
                    <a:pt x="38" y="40"/>
                    <a:pt x="37" y="40"/>
                  </a:cubicBezTo>
                  <a:cubicBezTo>
                    <a:pt x="37" y="40"/>
                    <a:pt x="37" y="39"/>
                    <a:pt x="37" y="39"/>
                  </a:cubicBezTo>
                  <a:cubicBezTo>
                    <a:pt x="36" y="40"/>
                    <a:pt x="35" y="40"/>
                    <a:pt x="35" y="40"/>
                  </a:cubicBezTo>
                  <a:cubicBezTo>
                    <a:pt x="33" y="40"/>
                    <a:pt x="33" y="42"/>
                    <a:pt x="32" y="42"/>
                  </a:cubicBezTo>
                  <a:cubicBezTo>
                    <a:pt x="32" y="42"/>
                    <a:pt x="32" y="42"/>
                    <a:pt x="32" y="42"/>
                  </a:cubicBezTo>
                  <a:cubicBezTo>
                    <a:pt x="31" y="42"/>
                    <a:pt x="31" y="42"/>
                    <a:pt x="31" y="42"/>
                  </a:cubicBezTo>
                  <a:cubicBezTo>
                    <a:pt x="31" y="42"/>
                    <a:pt x="31" y="43"/>
                    <a:pt x="31" y="43"/>
                  </a:cubicBezTo>
                  <a:cubicBezTo>
                    <a:pt x="30" y="43"/>
                    <a:pt x="30" y="42"/>
                    <a:pt x="29" y="42"/>
                  </a:cubicBezTo>
                  <a:cubicBezTo>
                    <a:pt x="29" y="43"/>
                    <a:pt x="27" y="42"/>
                    <a:pt x="27" y="44"/>
                  </a:cubicBezTo>
                  <a:cubicBezTo>
                    <a:pt x="26" y="43"/>
                    <a:pt x="25" y="45"/>
                    <a:pt x="24" y="43"/>
                  </a:cubicBezTo>
                  <a:cubicBezTo>
                    <a:pt x="24" y="43"/>
                    <a:pt x="24" y="43"/>
                    <a:pt x="24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5" y="43"/>
                    <a:pt x="25" y="43"/>
                    <a:pt x="25" y="43"/>
                  </a:cubicBezTo>
                  <a:cubicBezTo>
                    <a:pt x="26" y="43"/>
                    <a:pt x="26" y="43"/>
                    <a:pt x="26" y="43"/>
                  </a:cubicBezTo>
                  <a:cubicBezTo>
                    <a:pt x="26" y="43"/>
                    <a:pt x="27" y="42"/>
                    <a:pt x="27" y="42"/>
                  </a:cubicBezTo>
                  <a:cubicBezTo>
                    <a:pt x="28" y="42"/>
                    <a:pt x="28" y="42"/>
                    <a:pt x="29" y="41"/>
                  </a:cubicBezTo>
                  <a:cubicBezTo>
                    <a:pt x="29" y="42"/>
                    <a:pt x="29" y="41"/>
                    <a:pt x="30" y="41"/>
                  </a:cubicBezTo>
                  <a:cubicBezTo>
                    <a:pt x="29" y="41"/>
                    <a:pt x="30" y="41"/>
                    <a:pt x="30" y="41"/>
                  </a:cubicBezTo>
                  <a:cubicBezTo>
                    <a:pt x="31" y="41"/>
                    <a:pt x="32" y="40"/>
                    <a:pt x="32" y="39"/>
                  </a:cubicBezTo>
                  <a:cubicBezTo>
                    <a:pt x="33" y="39"/>
                    <a:pt x="33" y="38"/>
                    <a:pt x="34" y="37"/>
                  </a:cubicBezTo>
                  <a:cubicBezTo>
                    <a:pt x="34" y="37"/>
                    <a:pt x="34" y="36"/>
                    <a:pt x="34" y="35"/>
                  </a:cubicBezTo>
                  <a:cubicBezTo>
                    <a:pt x="34" y="35"/>
                    <a:pt x="33" y="35"/>
                    <a:pt x="33" y="34"/>
                  </a:cubicBezTo>
                  <a:cubicBezTo>
                    <a:pt x="33" y="33"/>
                    <a:pt x="32" y="32"/>
                    <a:pt x="32" y="31"/>
                  </a:cubicBezTo>
                  <a:cubicBezTo>
                    <a:pt x="32" y="31"/>
                    <a:pt x="31" y="31"/>
                    <a:pt x="31" y="31"/>
                  </a:cubicBezTo>
                  <a:cubicBezTo>
                    <a:pt x="32" y="31"/>
                    <a:pt x="32" y="31"/>
                    <a:pt x="32" y="31"/>
                  </a:cubicBezTo>
                  <a:cubicBezTo>
                    <a:pt x="31" y="30"/>
                    <a:pt x="31" y="28"/>
                    <a:pt x="29" y="28"/>
                  </a:cubicBezTo>
                  <a:cubicBezTo>
                    <a:pt x="29" y="29"/>
                    <a:pt x="28" y="29"/>
                    <a:pt x="28" y="30"/>
                  </a:cubicBezTo>
                  <a:cubicBezTo>
                    <a:pt x="27" y="31"/>
                    <a:pt x="27" y="32"/>
                    <a:pt x="26" y="33"/>
                  </a:cubicBezTo>
                  <a:cubicBezTo>
                    <a:pt x="26" y="33"/>
                    <a:pt x="26" y="33"/>
                    <a:pt x="26" y="34"/>
                  </a:cubicBezTo>
                  <a:cubicBezTo>
                    <a:pt x="26" y="34"/>
                    <a:pt x="25" y="35"/>
                    <a:pt x="25" y="35"/>
                  </a:cubicBezTo>
                  <a:cubicBezTo>
                    <a:pt x="24" y="35"/>
                    <a:pt x="24" y="35"/>
                    <a:pt x="24" y="35"/>
                  </a:cubicBezTo>
                  <a:cubicBezTo>
                    <a:pt x="24" y="35"/>
                    <a:pt x="25" y="36"/>
                    <a:pt x="24" y="36"/>
                  </a:cubicBezTo>
                  <a:cubicBezTo>
                    <a:pt x="23" y="37"/>
                    <a:pt x="23" y="38"/>
                    <a:pt x="22" y="38"/>
                  </a:cubicBezTo>
                  <a:cubicBezTo>
                    <a:pt x="21" y="38"/>
                    <a:pt x="22" y="40"/>
                    <a:pt x="21" y="40"/>
                  </a:cubicBezTo>
                  <a:cubicBezTo>
                    <a:pt x="20" y="40"/>
                    <a:pt x="20" y="41"/>
                    <a:pt x="19" y="41"/>
                  </a:cubicBezTo>
                  <a:cubicBezTo>
                    <a:pt x="19" y="42"/>
                    <a:pt x="18" y="42"/>
                    <a:pt x="18" y="43"/>
                  </a:cubicBezTo>
                  <a:cubicBezTo>
                    <a:pt x="18" y="43"/>
                    <a:pt x="17" y="43"/>
                    <a:pt x="17" y="44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6" y="44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5" y="44"/>
                    <a:pt x="14" y="45"/>
                    <a:pt x="14" y="45"/>
                  </a:cubicBezTo>
                  <a:cubicBezTo>
                    <a:pt x="12" y="44"/>
                    <a:pt x="13" y="42"/>
                    <a:pt x="12" y="40"/>
                  </a:cubicBezTo>
                  <a:cubicBezTo>
                    <a:pt x="12" y="40"/>
                    <a:pt x="11" y="39"/>
                    <a:pt x="1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37"/>
                    <a:pt x="12" y="37"/>
                    <a:pt x="12" y="37"/>
                  </a:cubicBezTo>
                  <a:cubicBezTo>
                    <a:pt x="13" y="38"/>
                    <a:pt x="14" y="39"/>
                    <a:pt x="16" y="39"/>
                  </a:cubicBezTo>
                  <a:cubicBezTo>
                    <a:pt x="16" y="40"/>
                    <a:pt x="16" y="39"/>
                    <a:pt x="17" y="39"/>
                  </a:cubicBezTo>
                  <a:cubicBezTo>
                    <a:pt x="16" y="38"/>
                    <a:pt x="18" y="38"/>
                    <a:pt x="17" y="37"/>
                  </a:cubicBezTo>
                  <a:cubicBezTo>
                    <a:pt x="18" y="36"/>
                    <a:pt x="19" y="36"/>
                    <a:pt x="19" y="34"/>
                  </a:cubicBezTo>
                  <a:cubicBezTo>
                    <a:pt x="19" y="34"/>
                    <a:pt x="20" y="33"/>
                    <a:pt x="20" y="33"/>
                  </a:cubicBezTo>
                  <a:cubicBezTo>
                    <a:pt x="20" y="31"/>
                    <a:pt x="22" y="31"/>
                    <a:pt x="22" y="30"/>
                  </a:cubicBezTo>
                  <a:cubicBezTo>
                    <a:pt x="22" y="29"/>
                    <a:pt x="23" y="28"/>
                    <a:pt x="23" y="28"/>
                  </a:cubicBezTo>
                  <a:cubicBezTo>
                    <a:pt x="24" y="27"/>
                    <a:pt x="24" y="27"/>
                    <a:pt x="24" y="27"/>
                  </a:cubicBezTo>
                  <a:cubicBezTo>
                    <a:pt x="24" y="26"/>
                    <a:pt x="26" y="26"/>
                    <a:pt x="24" y="25"/>
                  </a:cubicBezTo>
                  <a:cubicBezTo>
                    <a:pt x="23" y="25"/>
                    <a:pt x="22" y="26"/>
                    <a:pt x="21" y="26"/>
                  </a:cubicBezTo>
                  <a:cubicBezTo>
                    <a:pt x="21" y="27"/>
                    <a:pt x="20" y="27"/>
                    <a:pt x="20" y="27"/>
                  </a:cubicBezTo>
                  <a:cubicBezTo>
                    <a:pt x="19" y="27"/>
                    <a:pt x="19" y="28"/>
                    <a:pt x="19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29"/>
                    <a:pt x="16" y="29"/>
                    <a:pt x="16" y="29"/>
                  </a:cubicBezTo>
                  <a:cubicBezTo>
                    <a:pt x="16" y="30"/>
                    <a:pt x="14" y="30"/>
                    <a:pt x="14" y="32"/>
                  </a:cubicBezTo>
                  <a:cubicBezTo>
                    <a:pt x="13" y="32"/>
                    <a:pt x="13" y="32"/>
                    <a:pt x="13" y="32"/>
                  </a:cubicBezTo>
                  <a:cubicBezTo>
                    <a:pt x="12" y="33"/>
                    <a:pt x="10" y="34"/>
                    <a:pt x="9" y="34"/>
                  </a:cubicBezTo>
                  <a:cubicBezTo>
                    <a:pt x="8" y="35"/>
                    <a:pt x="8" y="35"/>
                    <a:pt x="8" y="36"/>
                  </a:cubicBezTo>
                  <a:cubicBezTo>
                    <a:pt x="8" y="37"/>
                    <a:pt x="8" y="38"/>
                    <a:pt x="8" y="39"/>
                  </a:cubicBezTo>
                  <a:cubicBezTo>
                    <a:pt x="8" y="39"/>
                    <a:pt x="8" y="40"/>
                    <a:pt x="7" y="41"/>
                  </a:cubicBezTo>
                  <a:cubicBezTo>
                    <a:pt x="8" y="42"/>
                    <a:pt x="6" y="42"/>
                    <a:pt x="7" y="42"/>
                  </a:cubicBezTo>
                  <a:cubicBezTo>
                    <a:pt x="7" y="43"/>
                    <a:pt x="6" y="43"/>
                    <a:pt x="5" y="43"/>
                  </a:cubicBezTo>
                  <a:cubicBezTo>
                    <a:pt x="5" y="43"/>
                    <a:pt x="5" y="43"/>
                    <a:pt x="5" y="43"/>
                  </a:cubicBezTo>
                  <a:cubicBezTo>
                    <a:pt x="5" y="44"/>
                    <a:pt x="5" y="44"/>
                    <a:pt x="4" y="44"/>
                  </a:cubicBezTo>
                  <a:cubicBezTo>
                    <a:pt x="4" y="43"/>
                    <a:pt x="4" y="43"/>
                    <a:pt x="3" y="42"/>
                  </a:cubicBezTo>
                  <a:cubicBezTo>
                    <a:pt x="4" y="41"/>
                    <a:pt x="2" y="41"/>
                    <a:pt x="3" y="40"/>
                  </a:cubicBezTo>
                  <a:cubicBezTo>
                    <a:pt x="2" y="39"/>
                    <a:pt x="2" y="38"/>
                    <a:pt x="2" y="37"/>
                  </a:cubicBezTo>
                  <a:cubicBezTo>
                    <a:pt x="2" y="37"/>
                    <a:pt x="2" y="37"/>
                    <a:pt x="2" y="37"/>
                  </a:cubicBezTo>
                  <a:cubicBezTo>
                    <a:pt x="2" y="38"/>
                    <a:pt x="2" y="38"/>
                    <a:pt x="2" y="38"/>
                  </a:cubicBezTo>
                  <a:cubicBezTo>
                    <a:pt x="3" y="37"/>
                    <a:pt x="3" y="36"/>
                    <a:pt x="4" y="36"/>
                  </a:cubicBezTo>
                  <a:cubicBezTo>
                    <a:pt x="4" y="35"/>
                    <a:pt x="4" y="34"/>
                    <a:pt x="4" y="32"/>
                  </a:cubicBezTo>
                  <a:cubicBezTo>
                    <a:pt x="4" y="32"/>
                    <a:pt x="4" y="31"/>
                    <a:pt x="4" y="31"/>
                  </a:cubicBezTo>
                  <a:cubicBezTo>
                    <a:pt x="4" y="31"/>
                    <a:pt x="4" y="30"/>
                    <a:pt x="4" y="29"/>
                  </a:cubicBezTo>
                  <a:cubicBezTo>
                    <a:pt x="4" y="28"/>
                    <a:pt x="3" y="28"/>
                    <a:pt x="3" y="27"/>
                  </a:cubicBezTo>
                  <a:cubicBezTo>
                    <a:pt x="3" y="26"/>
                    <a:pt x="1" y="26"/>
                    <a:pt x="1" y="24"/>
                  </a:cubicBezTo>
                  <a:cubicBezTo>
                    <a:pt x="1" y="24"/>
                    <a:pt x="0" y="24"/>
                    <a:pt x="0" y="23"/>
                  </a:cubicBezTo>
                  <a:cubicBezTo>
                    <a:pt x="0" y="23"/>
                    <a:pt x="0" y="23"/>
                    <a:pt x="1" y="23"/>
                  </a:cubicBezTo>
                  <a:cubicBezTo>
                    <a:pt x="2" y="24"/>
                    <a:pt x="3" y="23"/>
                    <a:pt x="3" y="24"/>
                  </a:cubicBezTo>
                  <a:cubicBezTo>
                    <a:pt x="4" y="23"/>
                    <a:pt x="4" y="25"/>
                    <a:pt x="5" y="24"/>
                  </a:cubicBezTo>
                  <a:cubicBezTo>
                    <a:pt x="5" y="25"/>
                    <a:pt x="6" y="25"/>
                    <a:pt x="6" y="26"/>
                  </a:cubicBezTo>
                  <a:cubicBezTo>
                    <a:pt x="7" y="27"/>
                    <a:pt x="6" y="28"/>
                    <a:pt x="7" y="28"/>
                  </a:cubicBezTo>
                  <a:cubicBezTo>
                    <a:pt x="7" y="29"/>
                    <a:pt x="7" y="29"/>
                    <a:pt x="7" y="30"/>
                  </a:cubicBezTo>
                  <a:cubicBezTo>
                    <a:pt x="7" y="30"/>
                    <a:pt x="8" y="30"/>
                    <a:pt x="9" y="31"/>
                  </a:cubicBezTo>
                  <a:cubicBezTo>
                    <a:pt x="9" y="30"/>
                    <a:pt x="9" y="30"/>
                    <a:pt x="10" y="29"/>
                  </a:cubicBezTo>
                  <a:cubicBezTo>
                    <a:pt x="9" y="28"/>
                    <a:pt x="10" y="28"/>
                    <a:pt x="10" y="27"/>
                  </a:cubicBezTo>
                  <a:cubicBezTo>
                    <a:pt x="11" y="27"/>
                    <a:pt x="10" y="26"/>
                    <a:pt x="12" y="25"/>
                  </a:cubicBezTo>
                  <a:cubicBezTo>
                    <a:pt x="11" y="24"/>
                    <a:pt x="13" y="25"/>
                    <a:pt x="12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3"/>
                    <a:pt x="13" y="23"/>
                    <a:pt x="13" y="23"/>
                  </a:cubicBezTo>
                  <a:cubicBezTo>
                    <a:pt x="13" y="22"/>
                    <a:pt x="13" y="22"/>
                    <a:pt x="13" y="22"/>
                  </a:cubicBezTo>
                  <a:cubicBezTo>
                    <a:pt x="13" y="23"/>
                    <a:pt x="13" y="23"/>
                    <a:pt x="14" y="23"/>
                  </a:cubicBezTo>
                  <a:cubicBezTo>
                    <a:pt x="14" y="22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1"/>
                    <a:pt x="14" y="21"/>
                    <a:pt x="14" y="21"/>
                  </a:cubicBezTo>
                  <a:cubicBezTo>
                    <a:pt x="14" y="20"/>
                    <a:pt x="16" y="20"/>
                    <a:pt x="15" y="19"/>
                  </a:cubicBezTo>
                  <a:cubicBezTo>
                    <a:pt x="16" y="18"/>
                    <a:pt x="16" y="18"/>
                    <a:pt x="16" y="18"/>
                  </a:cubicBezTo>
                  <a:cubicBezTo>
                    <a:pt x="16" y="19"/>
                    <a:pt x="16" y="19"/>
                    <a:pt x="16" y="19"/>
                  </a:cubicBezTo>
                  <a:cubicBezTo>
                    <a:pt x="17" y="19"/>
                    <a:pt x="16" y="18"/>
                    <a:pt x="16" y="18"/>
                  </a:cubicBezTo>
                  <a:cubicBezTo>
                    <a:pt x="16" y="18"/>
                    <a:pt x="16" y="17"/>
                    <a:pt x="16" y="17"/>
                  </a:cubicBezTo>
                  <a:cubicBezTo>
                    <a:pt x="15" y="18"/>
                    <a:pt x="15" y="18"/>
                    <a:pt x="15" y="18"/>
                  </a:cubicBezTo>
                  <a:cubicBezTo>
                    <a:pt x="15" y="17"/>
                    <a:pt x="15" y="17"/>
                    <a:pt x="15" y="17"/>
                  </a:cubicBezTo>
                  <a:cubicBezTo>
                    <a:pt x="14" y="18"/>
                    <a:pt x="13" y="19"/>
                    <a:pt x="12" y="19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0" y="19"/>
                    <a:pt x="10" y="20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9" y="21"/>
                    <a:pt x="9" y="21"/>
                    <a:pt x="9" y="21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1"/>
                    <a:pt x="8" y="20"/>
                    <a:pt x="7" y="21"/>
                  </a:cubicBezTo>
                  <a:cubicBezTo>
                    <a:pt x="7" y="21"/>
                    <a:pt x="6" y="21"/>
                    <a:pt x="6" y="20"/>
                  </a:cubicBezTo>
                  <a:cubicBezTo>
                    <a:pt x="6" y="21"/>
                    <a:pt x="6" y="21"/>
                    <a:pt x="6" y="21"/>
                  </a:cubicBezTo>
                  <a:cubicBezTo>
                    <a:pt x="5" y="20"/>
                    <a:pt x="4" y="21"/>
                    <a:pt x="4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3" y="20"/>
                    <a:pt x="4" y="20"/>
                    <a:pt x="3" y="19"/>
                  </a:cubicBezTo>
                  <a:cubicBezTo>
                    <a:pt x="4" y="19"/>
                    <a:pt x="5" y="18"/>
                    <a:pt x="6" y="19"/>
                  </a:cubicBezTo>
                  <a:cubicBezTo>
                    <a:pt x="6" y="18"/>
                    <a:pt x="6" y="18"/>
                    <a:pt x="6" y="18"/>
                  </a:cubicBezTo>
                  <a:cubicBezTo>
                    <a:pt x="7" y="19"/>
                    <a:pt x="7" y="18"/>
                    <a:pt x="8" y="18"/>
                  </a:cubicBezTo>
                  <a:cubicBezTo>
                    <a:pt x="9" y="17"/>
                    <a:pt x="10" y="17"/>
                    <a:pt x="11" y="16"/>
                  </a:cubicBezTo>
                  <a:cubicBezTo>
                    <a:pt x="13" y="16"/>
                    <a:pt x="13" y="14"/>
                    <a:pt x="15" y="14"/>
                  </a:cubicBezTo>
                  <a:cubicBezTo>
                    <a:pt x="15" y="14"/>
                    <a:pt x="15" y="14"/>
                    <a:pt x="15" y="14"/>
                  </a:cubicBezTo>
                  <a:cubicBezTo>
                    <a:pt x="15" y="14"/>
                    <a:pt x="16" y="14"/>
                    <a:pt x="17" y="13"/>
                  </a:cubicBezTo>
                  <a:cubicBezTo>
                    <a:pt x="18" y="14"/>
                    <a:pt x="18" y="12"/>
                    <a:pt x="19" y="12"/>
                  </a:cubicBezTo>
                  <a:cubicBezTo>
                    <a:pt x="19" y="11"/>
                    <a:pt x="18" y="10"/>
                    <a:pt x="18" y="9"/>
                  </a:cubicBezTo>
                  <a:cubicBezTo>
                    <a:pt x="17" y="9"/>
                    <a:pt x="17" y="9"/>
                    <a:pt x="17" y="9"/>
                  </a:cubicBezTo>
                  <a:cubicBezTo>
                    <a:pt x="17" y="8"/>
                    <a:pt x="17" y="8"/>
                    <a:pt x="16" y="7"/>
                  </a:cubicBezTo>
                  <a:cubicBezTo>
                    <a:pt x="16" y="8"/>
                    <a:pt x="16" y="8"/>
                    <a:pt x="16" y="8"/>
                  </a:cubicBezTo>
                  <a:cubicBezTo>
                    <a:pt x="16" y="7"/>
                    <a:pt x="15" y="7"/>
                    <a:pt x="14" y="6"/>
                  </a:cubicBezTo>
                  <a:cubicBezTo>
                    <a:pt x="14" y="5"/>
                    <a:pt x="13" y="5"/>
                    <a:pt x="13" y="4"/>
                  </a:cubicBezTo>
                  <a:cubicBezTo>
                    <a:pt x="12" y="3"/>
                    <a:pt x="10" y="5"/>
                    <a:pt x="10" y="3"/>
                  </a:cubicBezTo>
                  <a:cubicBezTo>
                    <a:pt x="10" y="2"/>
                    <a:pt x="9" y="2"/>
                    <a:pt x="10" y="1"/>
                  </a:cubicBezTo>
                  <a:cubicBezTo>
                    <a:pt x="10" y="1"/>
                    <a:pt x="10" y="0"/>
                    <a:pt x="11" y="0"/>
                  </a:cubicBezTo>
                  <a:cubicBezTo>
                    <a:pt x="11" y="0"/>
                    <a:pt x="12" y="0"/>
                    <a:pt x="12" y="0"/>
                  </a:cubicBezTo>
                  <a:close/>
                  <a:moveTo>
                    <a:pt x="31" y="4"/>
                  </a:moveTo>
                  <a:cubicBezTo>
                    <a:pt x="31" y="4"/>
                    <a:pt x="31" y="4"/>
                    <a:pt x="31" y="4"/>
                  </a:cubicBezTo>
                  <a:cubicBezTo>
                    <a:pt x="31" y="5"/>
                    <a:pt x="32" y="4"/>
                    <a:pt x="33" y="6"/>
                  </a:cubicBezTo>
                  <a:cubicBezTo>
                    <a:pt x="33" y="6"/>
                    <a:pt x="32" y="6"/>
                    <a:pt x="32" y="7"/>
                  </a:cubicBezTo>
                  <a:cubicBezTo>
                    <a:pt x="33" y="7"/>
                    <a:pt x="33" y="7"/>
                    <a:pt x="33" y="7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3" y="8"/>
                    <a:pt x="33" y="8"/>
                    <a:pt x="33" y="8"/>
                  </a:cubicBezTo>
                  <a:cubicBezTo>
                    <a:pt x="32" y="8"/>
                    <a:pt x="33" y="10"/>
                    <a:pt x="32" y="9"/>
                  </a:cubicBezTo>
                  <a:cubicBezTo>
                    <a:pt x="31" y="9"/>
                    <a:pt x="30" y="9"/>
                    <a:pt x="30" y="9"/>
                  </a:cubicBezTo>
                  <a:cubicBezTo>
                    <a:pt x="29" y="9"/>
                    <a:pt x="29" y="9"/>
                    <a:pt x="29" y="9"/>
                  </a:cubicBezTo>
                  <a:cubicBezTo>
                    <a:pt x="28" y="8"/>
                    <a:pt x="29" y="7"/>
                    <a:pt x="28" y="6"/>
                  </a:cubicBezTo>
                  <a:cubicBezTo>
                    <a:pt x="28" y="5"/>
                    <a:pt x="27" y="5"/>
                    <a:pt x="27" y="4"/>
                  </a:cubicBezTo>
                  <a:cubicBezTo>
                    <a:pt x="26" y="4"/>
                    <a:pt x="25" y="4"/>
                    <a:pt x="25" y="4"/>
                  </a:cubicBezTo>
                  <a:cubicBezTo>
                    <a:pt x="26" y="4"/>
                    <a:pt x="26" y="3"/>
                    <a:pt x="27" y="3"/>
                  </a:cubicBezTo>
                  <a:cubicBezTo>
                    <a:pt x="28" y="4"/>
                    <a:pt x="27" y="3"/>
                    <a:pt x="28" y="3"/>
                  </a:cubicBezTo>
                  <a:cubicBezTo>
                    <a:pt x="28" y="4"/>
                    <a:pt x="28" y="4"/>
                    <a:pt x="28" y="4"/>
                  </a:cubicBezTo>
                  <a:cubicBezTo>
                    <a:pt x="28" y="3"/>
                    <a:pt x="28" y="3"/>
                    <a:pt x="28" y="3"/>
                  </a:cubicBezTo>
                  <a:cubicBezTo>
                    <a:pt x="28" y="4"/>
                    <a:pt x="29" y="4"/>
                    <a:pt x="29" y="4"/>
                  </a:cubicBezTo>
                  <a:cubicBezTo>
                    <a:pt x="30" y="3"/>
                    <a:pt x="30" y="3"/>
                    <a:pt x="30" y="3"/>
                  </a:cubicBezTo>
                  <a:cubicBezTo>
                    <a:pt x="30" y="3"/>
                    <a:pt x="30" y="4"/>
                    <a:pt x="31" y="4"/>
                  </a:cubicBezTo>
                  <a:close/>
                  <a:moveTo>
                    <a:pt x="25" y="19"/>
                  </a:moveTo>
                  <a:cubicBezTo>
                    <a:pt x="25" y="19"/>
                    <a:pt x="25" y="19"/>
                    <a:pt x="25" y="19"/>
                  </a:cubicBezTo>
                  <a:cubicBezTo>
                    <a:pt x="25" y="20"/>
                    <a:pt x="26" y="20"/>
                    <a:pt x="26" y="21"/>
                  </a:cubicBezTo>
                  <a:cubicBezTo>
                    <a:pt x="25" y="21"/>
                    <a:pt x="24" y="22"/>
                    <a:pt x="24" y="22"/>
                  </a:cubicBezTo>
                  <a:cubicBezTo>
                    <a:pt x="23" y="22"/>
                    <a:pt x="23" y="23"/>
                    <a:pt x="21" y="23"/>
                  </a:cubicBezTo>
                  <a:cubicBezTo>
                    <a:pt x="21" y="24"/>
                    <a:pt x="19" y="24"/>
                    <a:pt x="18" y="25"/>
                  </a:cubicBezTo>
                  <a:cubicBezTo>
                    <a:pt x="18" y="25"/>
                    <a:pt x="17" y="25"/>
                    <a:pt x="18" y="24"/>
                  </a:cubicBezTo>
                  <a:cubicBezTo>
                    <a:pt x="18" y="24"/>
                    <a:pt x="18" y="24"/>
                    <a:pt x="18" y="23"/>
                  </a:cubicBezTo>
                  <a:cubicBezTo>
                    <a:pt x="19" y="22"/>
                    <a:pt x="20" y="21"/>
                    <a:pt x="21" y="20"/>
                  </a:cubicBezTo>
                  <a:cubicBezTo>
                    <a:pt x="21" y="19"/>
                    <a:pt x="23" y="18"/>
                    <a:pt x="23" y="17"/>
                  </a:cubicBezTo>
                  <a:cubicBezTo>
                    <a:pt x="24" y="17"/>
                    <a:pt x="24" y="19"/>
                    <a:pt x="25" y="19"/>
                  </a:cubicBezTo>
                  <a:close/>
                  <a:moveTo>
                    <a:pt x="12" y="24"/>
                  </a:moveTo>
                  <a:cubicBezTo>
                    <a:pt x="12" y="24"/>
                    <a:pt x="12" y="24"/>
                    <a:pt x="12" y="24"/>
                  </a:cubicBezTo>
                  <a:cubicBezTo>
                    <a:pt x="12" y="23"/>
                    <a:pt x="12" y="23"/>
                    <a:pt x="12" y="23"/>
                  </a:cubicBezTo>
                  <a:cubicBezTo>
                    <a:pt x="12" y="23"/>
                    <a:pt x="12" y="24"/>
                    <a:pt x="12" y="2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Freeform 13"/>
            <p:cNvSpPr>
              <a:spLocks noEditPoints="1"/>
            </p:cNvSpPr>
            <p:nvPr/>
          </p:nvSpPr>
          <p:spPr bwMode="auto">
            <a:xfrm>
              <a:off x="4541" y="4120"/>
              <a:ext cx="145" cy="158"/>
            </a:xfrm>
            <a:custGeom>
              <a:avLst/>
              <a:gdLst>
                <a:gd name="T0" fmla="*/ 35 w 56"/>
                <a:gd name="T1" fmla="*/ 2 h 59"/>
                <a:gd name="T2" fmla="*/ 37 w 56"/>
                <a:gd name="T3" fmla="*/ 6 h 59"/>
                <a:gd name="T4" fmla="*/ 35 w 56"/>
                <a:gd name="T5" fmla="*/ 10 h 59"/>
                <a:gd name="T6" fmla="*/ 28 w 56"/>
                <a:gd name="T7" fmla="*/ 12 h 59"/>
                <a:gd name="T8" fmla="*/ 25 w 56"/>
                <a:gd name="T9" fmla="*/ 8 h 59"/>
                <a:gd name="T10" fmla="*/ 19 w 56"/>
                <a:gd name="T11" fmla="*/ 3 h 59"/>
                <a:gd name="T12" fmla="*/ 20 w 56"/>
                <a:gd name="T13" fmla="*/ 0 h 59"/>
                <a:gd name="T14" fmla="*/ 27 w 56"/>
                <a:gd name="T15" fmla="*/ 1 h 59"/>
                <a:gd name="T16" fmla="*/ 43 w 56"/>
                <a:gd name="T17" fmla="*/ 18 h 59"/>
                <a:gd name="T18" fmla="*/ 48 w 56"/>
                <a:gd name="T19" fmla="*/ 21 h 59"/>
                <a:gd name="T20" fmla="*/ 47 w 56"/>
                <a:gd name="T21" fmla="*/ 25 h 59"/>
                <a:gd name="T22" fmla="*/ 43 w 56"/>
                <a:gd name="T23" fmla="*/ 26 h 59"/>
                <a:gd name="T24" fmla="*/ 39 w 56"/>
                <a:gd name="T25" fmla="*/ 25 h 59"/>
                <a:gd name="T26" fmla="*/ 34 w 56"/>
                <a:gd name="T27" fmla="*/ 26 h 59"/>
                <a:gd name="T28" fmla="*/ 28 w 56"/>
                <a:gd name="T29" fmla="*/ 27 h 59"/>
                <a:gd name="T30" fmla="*/ 23 w 56"/>
                <a:gd name="T31" fmla="*/ 28 h 59"/>
                <a:gd name="T32" fmla="*/ 15 w 56"/>
                <a:gd name="T33" fmla="*/ 27 h 59"/>
                <a:gd name="T34" fmla="*/ 8 w 56"/>
                <a:gd name="T35" fmla="*/ 23 h 59"/>
                <a:gd name="T36" fmla="*/ 20 w 56"/>
                <a:gd name="T37" fmla="*/ 21 h 59"/>
                <a:gd name="T38" fmla="*/ 29 w 56"/>
                <a:gd name="T39" fmla="*/ 20 h 59"/>
                <a:gd name="T40" fmla="*/ 32 w 56"/>
                <a:gd name="T41" fmla="*/ 20 h 59"/>
                <a:gd name="T42" fmla="*/ 39 w 56"/>
                <a:gd name="T43" fmla="*/ 19 h 59"/>
                <a:gd name="T44" fmla="*/ 42 w 56"/>
                <a:gd name="T45" fmla="*/ 18 h 59"/>
                <a:gd name="T46" fmla="*/ 44 w 56"/>
                <a:gd name="T47" fmla="*/ 33 h 59"/>
                <a:gd name="T48" fmla="*/ 39 w 56"/>
                <a:gd name="T49" fmla="*/ 39 h 59"/>
                <a:gd name="T50" fmla="*/ 34 w 56"/>
                <a:gd name="T51" fmla="*/ 43 h 59"/>
                <a:gd name="T52" fmla="*/ 34 w 56"/>
                <a:gd name="T53" fmla="*/ 44 h 59"/>
                <a:gd name="T54" fmla="*/ 30 w 56"/>
                <a:gd name="T55" fmla="*/ 44 h 59"/>
                <a:gd name="T56" fmla="*/ 35 w 56"/>
                <a:gd name="T57" fmla="*/ 36 h 59"/>
                <a:gd name="T58" fmla="*/ 38 w 56"/>
                <a:gd name="T59" fmla="*/ 30 h 59"/>
                <a:gd name="T60" fmla="*/ 23 w 56"/>
                <a:gd name="T61" fmla="*/ 36 h 59"/>
                <a:gd name="T62" fmla="*/ 28 w 56"/>
                <a:gd name="T63" fmla="*/ 35 h 59"/>
                <a:gd name="T64" fmla="*/ 25 w 56"/>
                <a:gd name="T65" fmla="*/ 40 h 59"/>
                <a:gd name="T66" fmla="*/ 22 w 56"/>
                <a:gd name="T67" fmla="*/ 45 h 59"/>
                <a:gd name="T68" fmla="*/ 21 w 56"/>
                <a:gd name="T69" fmla="*/ 45 h 59"/>
                <a:gd name="T70" fmla="*/ 17 w 56"/>
                <a:gd name="T71" fmla="*/ 43 h 59"/>
                <a:gd name="T72" fmla="*/ 14 w 56"/>
                <a:gd name="T73" fmla="*/ 42 h 59"/>
                <a:gd name="T74" fmla="*/ 19 w 56"/>
                <a:gd name="T75" fmla="*/ 35 h 59"/>
                <a:gd name="T76" fmla="*/ 24 w 56"/>
                <a:gd name="T77" fmla="*/ 31 h 59"/>
                <a:gd name="T78" fmla="*/ 34 w 56"/>
                <a:gd name="T79" fmla="*/ 42 h 59"/>
                <a:gd name="T80" fmla="*/ 54 w 56"/>
                <a:gd name="T81" fmla="*/ 48 h 59"/>
                <a:gd name="T82" fmla="*/ 56 w 56"/>
                <a:gd name="T83" fmla="*/ 50 h 59"/>
                <a:gd name="T84" fmla="*/ 55 w 56"/>
                <a:gd name="T85" fmla="*/ 52 h 59"/>
                <a:gd name="T86" fmla="*/ 51 w 56"/>
                <a:gd name="T87" fmla="*/ 52 h 59"/>
                <a:gd name="T88" fmla="*/ 48 w 56"/>
                <a:gd name="T89" fmla="*/ 52 h 59"/>
                <a:gd name="T90" fmla="*/ 45 w 56"/>
                <a:gd name="T91" fmla="*/ 53 h 59"/>
                <a:gd name="T92" fmla="*/ 35 w 56"/>
                <a:gd name="T93" fmla="*/ 53 h 59"/>
                <a:gd name="T94" fmla="*/ 26 w 56"/>
                <a:gd name="T95" fmla="*/ 54 h 59"/>
                <a:gd name="T96" fmla="*/ 24 w 56"/>
                <a:gd name="T97" fmla="*/ 55 h 59"/>
                <a:gd name="T98" fmla="*/ 17 w 56"/>
                <a:gd name="T99" fmla="*/ 56 h 59"/>
                <a:gd name="T100" fmla="*/ 11 w 56"/>
                <a:gd name="T101" fmla="*/ 58 h 59"/>
                <a:gd name="T102" fmla="*/ 6 w 56"/>
                <a:gd name="T103" fmla="*/ 57 h 59"/>
                <a:gd name="T104" fmla="*/ 1 w 56"/>
                <a:gd name="T105" fmla="*/ 55 h 59"/>
                <a:gd name="T106" fmla="*/ 4 w 56"/>
                <a:gd name="T107" fmla="*/ 52 h 59"/>
                <a:gd name="T108" fmla="*/ 10 w 56"/>
                <a:gd name="T109" fmla="*/ 52 h 59"/>
                <a:gd name="T110" fmla="*/ 16 w 56"/>
                <a:gd name="T111" fmla="*/ 50 h 59"/>
                <a:gd name="T112" fmla="*/ 23 w 56"/>
                <a:gd name="T113" fmla="*/ 49 h 59"/>
                <a:gd name="T114" fmla="*/ 30 w 56"/>
                <a:gd name="T115" fmla="*/ 48 h 59"/>
                <a:gd name="T116" fmla="*/ 39 w 56"/>
                <a:gd name="T117" fmla="*/ 47 h 59"/>
                <a:gd name="T118" fmla="*/ 47 w 56"/>
                <a:gd name="T119" fmla="*/ 46 h 59"/>
                <a:gd name="T120" fmla="*/ 11 w 56"/>
                <a:gd name="T121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56" h="59">
                  <a:moveTo>
                    <a:pt x="29" y="1"/>
                  </a:moveTo>
                  <a:cubicBezTo>
                    <a:pt x="30" y="0"/>
                    <a:pt x="32" y="0"/>
                    <a:pt x="32" y="1"/>
                  </a:cubicBezTo>
                  <a:cubicBezTo>
                    <a:pt x="33" y="1"/>
                    <a:pt x="33" y="0"/>
                    <a:pt x="33" y="1"/>
                  </a:cubicBezTo>
                  <a:cubicBezTo>
                    <a:pt x="34" y="1"/>
                    <a:pt x="34" y="2"/>
                    <a:pt x="35" y="2"/>
                  </a:cubicBezTo>
                  <a:cubicBezTo>
                    <a:pt x="35" y="3"/>
                    <a:pt x="35" y="3"/>
                    <a:pt x="36" y="4"/>
                  </a:cubicBezTo>
                  <a:cubicBezTo>
                    <a:pt x="36" y="5"/>
                    <a:pt x="36" y="5"/>
                    <a:pt x="36" y="5"/>
                  </a:cubicBezTo>
                  <a:cubicBezTo>
                    <a:pt x="36" y="5"/>
                    <a:pt x="37" y="6"/>
                    <a:pt x="37" y="7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7"/>
                    <a:pt x="37" y="7"/>
                    <a:pt x="37" y="7"/>
                  </a:cubicBezTo>
                  <a:cubicBezTo>
                    <a:pt x="36" y="7"/>
                    <a:pt x="38" y="8"/>
                    <a:pt x="36" y="8"/>
                  </a:cubicBezTo>
                  <a:cubicBezTo>
                    <a:pt x="36" y="7"/>
                    <a:pt x="36" y="7"/>
                    <a:pt x="36" y="7"/>
                  </a:cubicBezTo>
                  <a:cubicBezTo>
                    <a:pt x="35" y="8"/>
                    <a:pt x="36" y="10"/>
                    <a:pt x="35" y="10"/>
                  </a:cubicBezTo>
                  <a:cubicBezTo>
                    <a:pt x="34" y="11"/>
                    <a:pt x="33" y="11"/>
                    <a:pt x="32" y="11"/>
                  </a:cubicBezTo>
                  <a:cubicBezTo>
                    <a:pt x="31" y="12"/>
                    <a:pt x="31" y="13"/>
                    <a:pt x="30" y="13"/>
                  </a:cubicBezTo>
                  <a:cubicBezTo>
                    <a:pt x="29" y="13"/>
                    <a:pt x="29" y="14"/>
                    <a:pt x="28" y="13"/>
                  </a:cubicBezTo>
                  <a:cubicBezTo>
                    <a:pt x="27" y="13"/>
                    <a:pt x="28" y="12"/>
                    <a:pt x="28" y="12"/>
                  </a:cubicBezTo>
                  <a:cubicBezTo>
                    <a:pt x="28" y="11"/>
                    <a:pt x="30" y="10"/>
                    <a:pt x="28" y="9"/>
                  </a:cubicBezTo>
                  <a:cubicBezTo>
                    <a:pt x="28" y="9"/>
                    <a:pt x="28" y="7"/>
                    <a:pt x="27" y="8"/>
                  </a:cubicBezTo>
                  <a:cubicBezTo>
                    <a:pt x="27" y="8"/>
                    <a:pt x="26" y="8"/>
                    <a:pt x="25" y="8"/>
                  </a:cubicBezTo>
                  <a:cubicBezTo>
                    <a:pt x="25" y="8"/>
                    <a:pt x="25" y="8"/>
                    <a:pt x="25" y="8"/>
                  </a:cubicBezTo>
                  <a:cubicBezTo>
                    <a:pt x="24" y="8"/>
                    <a:pt x="24" y="7"/>
                    <a:pt x="23" y="7"/>
                  </a:cubicBezTo>
                  <a:cubicBezTo>
                    <a:pt x="22" y="7"/>
                    <a:pt x="22" y="7"/>
                    <a:pt x="21" y="7"/>
                  </a:cubicBezTo>
                  <a:cubicBezTo>
                    <a:pt x="21" y="6"/>
                    <a:pt x="20" y="6"/>
                    <a:pt x="20" y="6"/>
                  </a:cubicBezTo>
                  <a:cubicBezTo>
                    <a:pt x="19" y="5"/>
                    <a:pt x="20" y="4"/>
                    <a:pt x="19" y="3"/>
                  </a:cubicBezTo>
                  <a:cubicBezTo>
                    <a:pt x="19" y="3"/>
                    <a:pt x="19" y="3"/>
                    <a:pt x="18" y="3"/>
                  </a:cubicBezTo>
                  <a:cubicBezTo>
                    <a:pt x="19" y="2"/>
                    <a:pt x="19" y="2"/>
                    <a:pt x="19" y="2"/>
                  </a:cubicBezTo>
                  <a:cubicBezTo>
                    <a:pt x="18" y="2"/>
                    <a:pt x="18" y="2"/>
                    <a:pt x="18" y="2"/>
                  </a:cubicBezTo>
                  <a:cubicBezTo>
                    <a:pt x="19" y="1"/>
                    <a:pt x="20" y="1"/>
                    <a:pt x="20" y="0"/>
                  </a:cubicBezTo>
                  <a:cubicBezTo>
                    <a:pt x="21" y="0"/>
                    <a:pt x="21" y="1"/>
                    <a:pt x="22" y="0"/>
                  </a:cubicBezTo>
                  <a:cubicBezTo>
                    <a:pt x="23" y="0"/>
                    <a:pt x="24" y="0"/>
                    <a:pt x="25" y="1"/>
                  </a:cubicBezTo>
                  <a:cubicBezTo>
                    <a:pt x="25" y="1"/>
                    <a:pt x="25" y="0"/>
                    <a:pt x="25" y="0"/>
                  </a:cubicBezTo>
                  <a:cubicBezTo>
                    <a:pt x="26" y="1"/>
                    <a:pt x="26" y="1"/>
                    <a:pt x="27" y="1"/>
                  </a:cubicBezTo>
                  <a:cubicBezTo>
                    <a:pt x="28" y="1"/>
                    <a:pt x="28" y="1"/>
                    <a:pt x="29" y="0"/>
                  </a:cubicBezTo>
                  <a:lnTo>
                    <a:pt x="29" y="1"/>
                  </a:lnTo>
                  <a:close/>
                  <a:moveTo>
                    <a:pt x="43" y="18"/>
                  </a:moveTo>
                  <a:cubicBezTo>
                    <a:pt x="43" y="18"/>
                    <a:pt x="43" y="18"/>
                    <a:pt x="43" y="18"/>
                  </a:cubicBezTo>
                  <a:cubicBezTo>
                    <a:pt x="44" y="19"/>
                    <a:pt x="44" y="18"/>
                    <a:pt x="45" y="18"/>
                  </a:cubicBezTo>
                  <a:cubicBezTo>
                    <a:pt x="45" y="18"/>
                    <a:pt x="46" y="19"/>
                    <a:pt x="46" y="18"/>
                  </a:cubicBezTo>
                  <a:cubicBezTo>
                    <a:pt x="47" y="19"/>
                    <a:pt x="45" y="20"/>
                    <a:pt x="46" y="20"/>
                  </a:cubicBezTo>
                  <a:cubicBezTo>
                    <a:pt x="47" y="20"/>
                    <a:pt x="48" y="20"/>
                    <a:pt x="48" y="21"/>
                  </a:cubicBezTo>
                  <a:cubicBezTo>
                    <a:pt x="48" y="21"/>
                    <a:pt x="50" y="22"/>
                    <a:pt x="49" y="22"/>
                  </a:cubicBezTo>
                  <a:cubicBezTo>
                    <a:pt x="50" y="23"/>
                    <a:pt x="49" y="24"/>
                    <a:pt x="50" y="24"/>
                  </a:cubicBezTo>
                  <a:cubicBezTo>
                    <a:pt x="50" y="25"/>
                    <a:pt x="50" y="25"/>
                    <a:pt x="49" y="25"/>
                  </a:cubicBezTo>
                  <a:cubicBezTo>
                    <a:pt x="48" y="24"/>
                    <a:pt x="48" y="26"/>
                    <a:pt x="47" y="25"/>
                  </a:cubicBezTo>
                  <a:cubicBezTo>
                    <a:pt x="46" y="25"/>
                    <a:pt x="46" y="25"/>
                    <a:pt x="46" y="25"/>
                  </a:cubicBezTo>
                  <a:cubicBezTo>
                    <a:pt x="46" y="25"/>
                    <a:pt x="45" y="25"/>
                    <a:pt x="44" y="26"/>
                  </a:cubicBezTo>
                  <a:cubicBezTo>
                    <a:pt x="43" y="25"/>
                    <a:pt x="43" y="25"/>
                    <a:pt x="43" y="25"/>
                  </a:cubicBezTo>
                  <a:cubicBezTo>
                    <a:pt x="43" y="26"/>
                    <a:pt x="43" y="26"/>
                    <a:pt x="43" y="26"/>
                  </a:cubicBezTo>
                  <a:cubicBezTo>
                    <a:pt x="43" y="25"/>
                    <a:pt x="42" y="25"/>
                    <a:pt x="41" y="25"/>
                  </a:cubicBezTo>
                  <a:cubicBezTo>
                    <a:pt x="41" y="25"/>
                    <a:pt x="40" y="25"/>
                    <a:pt x="40" y="25"/>
                  </a:cubicBezTo>
                  <a:cubicBezTo>
                    <a:pt x="40" y="25"/>
                    <a:pt x="40" y="25"/>
                    <a:pt x="40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9" y="25"/>
                    <a:pt x="39" y="25"/>
                    <a:pt x="39" y="25"/>
                  </a:cubicBezTo>
                  <a:cubicBezTo>
                    <a:pt x="38" y="26"/>
                    <a:pt x="38" y="26"/>
                    <a:pt x="38" y="26"/>
                  </a:cubicBezTo>
                  <a:cubicBezTo>
                    <a:pt x="37" y="25"/>
                    <a:pt x="36" y="26"/>
                    <a:pt x="35" y="25"/>
                  </a:cubicBezTo>
                  <a:cubicBezTo>
                    <a:pt x="35" y="26"/>
                    <a:pt x="34" y="26"/>
                    <a:pt x="34" y="26"/>
                  </a:cubicBezTo>
                  <a:cubicBezTo>
                    <a:pt x="34" y="26"/>
                    <a:pt x="34" y="26"/>
                    <a:pt x="34" y="26"/>
                  </a:cubicBezTo>
                  <a:cubicBezTo>
                    <a:pt x="33" y="25"/>
                    <a:pt x="32" y="26"/>
                    <a:pt x="32" y="26"/>
                  </a:cubicBezTo>
                  <a:cubicBezTo>
                    <a:pt x="31" y="26"/>
                    <a:pt x="30" y="26"/>
                    <a:pt x="29" y="26"/>
                  </a:cubicBezTo>
                  <a:cubicBezTo>
                    <a:pt x="29" y="26"/>
                    <a:pt x="28" y="26"/>
                    <a:pt x="28" y="27"/>
                  </a:cubicBezTo>
                  <a:cubicBezTo>
                    <a:pt x="27" y="27"/>
                    <a:pt x="26" y="27"/>
                    <a:pt x="26" y="26"/>
                  </a:cubicBezTo>
                  <a:cubicBezTo>
                    <a:pt x="26" y="26"/>
                    <a:pt x="26" y="27"/>
                    <a:pt x="25" y="27"/>
                  </a:cubicBezTo>
                  <a:cubicBezTo>
                    <a:pt x="25" y="26"/>
                    <a:pt x="25" y="26"/>
                    <a:pt x="25" y="26"/>
                  </a:cubicBezTo>
                  <a:cubicBezTo>
                    <a:pt x="24" y="27"/>
                    <a:pt x="24" y="27"/>
                    <a:pt x="23" y="28"/>
                  </a:cubicBezTo>
                  <a:cubicBezTo>
                    <a:pt x="23" y="27"/>
                    <a:pt x="22" y="27"/>
                    <a:pt x="21" y="28"/>
                  </a:cubicBezTo>
                  <a:cubicBezTo>
                    <a:pt x="20" y="27"/>
                    <a:pt x="20" y="28"/>
                    <a:pt x="18" y="28"/>
                  </a:cubicBezTo>
                  <a:cubicBezTo>
                    <a:pt x="18" y="28"/>
                    <a:pt x="18" y="29"/>
                    <a:pt x="17" y="28"/>
                  </a:cubicBezTo>
                  <a:cubicBezTo>
                    <a:pt x="17" y="28"/>
                    <a:pt x="15" y="28"/>
                    <a:pt x="15" y="27"/>
                  </a:cubicBezTo>
                  <a:cubicBezTo>
                    <a:pt x="14" y="27"/>
                    <a:pt x="12" y="27"/>
                    <a:pt x="12" y="26"/>
                  </a:cubicBezTo>
                  <a:cubicBezTo>
                    <a:pt x="11" y="25"/>
                    <a:pt x="10" y="25"/>
                    <a:pt x="9" y="24"/>
                  </a:cubicBezTo>
                  <a:cubicBezTo>
                    <a:pt x="10" y="24"/>
                    <a:pt x="9" y="24"/>
                    <a:pt x="9" y="23"/>
                  </a:cubicBezTo>
                  <a:cubicBezTo>
                    <a:pt x="9" y="24"/>
                    <a:pt x="8" y="23"/>
                    <a:pt x="8" y="23"/>
                  </a:cubicBezTo>
                  <a:cubicBezTo>
                    <a:pt x="8" y="22"/>
                    <a:pt x="9" y="23"/>
                    <a:pt x="9" y="22"/>
                  </a:cubicBezTo>
                  <a:cubicBezTo>
                    <a:pt x="11" y="22"/>
                    <a:pt x="14" y="22"/>
                    <a:pt x="16" y="21"/>
                  </a:cubicBezTo>
                  <a:cubicBezTo>
                    <a:pt x="17" y="21"/>
                    <a:pt x="18" y="21"/>
                    <a:pt x="18" y="21"/>
                  </a:cubicBezTo>
                  <a:cubicBezTo>
                    <a:pt x="19" y="21"/>
                    <a:pt x="19" y="21"/>
                    <a:pt x="20" y="21"/>
                  </a:cubicBezTo>
                  <a:cubicBezTo>
                    <a:pt x="21" y="21"/>
                    <a:pt x="22" y="21"/>
                    <a:pt x="22" y="21"/>
                  </a:cubicBezTo>
                  <a:cubicBezTo>
                    <a:pt x="23" y="21"/>
                    <a:pt x="23" y="20"/>
                    <a:pt x="24" y="20"/>
                  </a:cubicBezTo>
                  <a:cubicBezTo>
                    <a:pt x="25" y="20"/>
                    <a:pt x="26" y="21"/>
                    <a:pt x="26" y="20"/>
                  </a:cubicBezTo>
                  <a:cubicBezTo>
                    <a:pt x="27" y="21"/>
                    <a:pt x="28" y="20"/>
                    <a:pt x="29" y="20"/>
                  </a:cubicBezTo>
                  <a:cubicBezTo>
                    <a:pt x="29" y="20"/>
                    <a:pt x="30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1" y="20"/>
                    <a:pt x="31" y="20"/>
                    <a:pt x="31" y="20"/>
                  </a:cubicBezTo>
                  <a:cubicBezTo>
                    <a:pt x="32" y="20"/>
                    <a:pt x="32" y="20"/>
                    <a:pt x="32" y="20"/>
                  </a:cubicBezTo>
                  <a:cubicBezTo>
                    <a:pt x="32" y="19"/>
                    <a:pt x="34" y="20"/>
                    <a:pt x="35" y="19"/>
                  </a:cubicBezTo>
                  <a:cubicBezTo>
                    <a:pt x="36" y="20"/>
                    <a:pt x="36" y="19"/>
                    <a:pt x="38" y="19"/>
                  </a:cubicBezTo>
                  <a:cubicBezTo>
                    <a:pt x="38" y="19"/>
                    <a:pt x="38" y="19"/>
                    <a:pt x="38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0" y="19"/>
                    <a:pt x="39" y="18"/>
                    <a:pt x="40" y="18"/>
                  </a:cubicBezTo>
                  <a:cubicBezTo>
                    <a:pt x="41" y="19"/>
                    <a:pt x="42" y="18"/>
                    <a:pt x="42" y="18"/>
                  </a:cubicBezTo>
                  <a:lnTo>
                    <a:pt x="43" y="18"/>
                  </a:lnTo>
                  <a:close/>
                  <a:moveTo>
                    <a:pt x="41" y="31"/>
                  </a:moveTo>
                  <a:cubicBezTo>
                    <a:pt x="41" y="31"/>
                    <a:pt x="41" y="31"/>
                    <a:pt x="42" y="31"/>
                  </a:cubicBezTo>
                  <a:cubicBezTo>
                    <a:pt x="42" y="32"/>
                    <a:pt x="43" y="32"/>
                    <a:pt x="44" y="33"/>
                  </a:cubicBezTo>
                  <a:cubicBezTo>
                    <a:pt x="44" y="33"/>
                    <a:pt x="44" y="33"/>
                    <a:pt x="44" y="33"/>
                  </a:cubicBezTo>
                  <a:cubicBezTo>
                    <a:pt x="44" y="33"/>
                    <a:pt x="44" y="34"/>
                    <a:pt x="44" y="34"/>
                  </a:cubicBezTo>
                  <a:cubicBezTo>
                    <a:pt x="43" y="35"/>
                    <a:pt x="43" y="36"/>
                    <a:pt x="42" y="37"/>
                  </a:cubicBezTo>
                  <a:cubicBezTo>
                    <a:pt x="41" y="38"/>
                    <a:pt x="40" y="39"/>
                    <a:pt x="39" y="39"/>
                  </a:cubicBezTo>
                  <a:cubicBezTo>
                    <a:pt x="38" y="40"/>
                    <a:pt x="37" y="41"/>
                    <a:pt x="37" y="42"/>
                  </a:cubicBezTo>
                  <a:cubicBezTo>
                    <a:pt x="36" y="42"/>
                    <a:pt x="36" y="43"/>
                    <a:pt x="35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4" y="43"/>
                    <a:pt x="34" y="43"/>
                    <a:pt x="34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3" y="43"/>
                    <a:pt x="33" y="43"/>
                  </a:cubicBezTo>
                  <a:cubicBezTo>
                    <a:pt x="33" y="43"/>
                    <a:pt x="34" y="43"/>
                    <a:pt x="34" y="44"/>
                  </a:cubicBezTo>
                  <a:cubicBezTo>
                    <a:pt x="33" y="44"/>
                    <a:pt x="32" y="45"/>
                    <a:pt x="31" y="45"/>
                  </a:cubicBezTo>
                  <a:cubicBezTo>
                    <a:pt x="31" y="46"/>
                    <a:pt x="30" y="46"/>
                    <a:pt x="29" y="47"/>
                  </a:cubicBezTo>
                  <a:cubicBezTo>
                    <a:pt x="29" y="47"/>
                    <a:pt x="28" y="46"/>
                    <a:pt x="29" y="46"/>
                  </a:cubicBezTo>
                  <a:cubicBezTo>
                    <a:pt x="28" y="45"/>
                    <a:pt x="30" y="45"/>
                    <a:pt x="30" y="44"/>
                  </a:cubicBezTo>
                  <a:cubicBezTo>
                    <a:pt x="31" y="44"/>
                    <a:pt x="30" y="43"/>
                    <a:pt x="32" y="42"/>
                  </a:cubicBezTo>
                  <a:cubicBezTo>
                    <a:pt x="32" y="42"/>
                    <a:pt x="33" y="41"/>
                    <a:pt x="33" y="40"/>
                  </a:cubicBezTo>
                  <a:cubicBezTo>
                    <a:pt x="33" y="40"/>
                    <a:pt x="33" y="39"/>
                    <a:pt x="34" y="38"/>
                  </a:cubicBezTo>
                  <a:cubicBezTo>
                    <a:pt x="34" y="37"/>
                    <a:pt x="35" y="37"/>
                    <a:pt x="35" y="36"/>
                  </a:cubicBezTo>
                  <a:cubicBezTo>
                    <a:pt x="36" y="36"/>
                    <a:pt x="37" y="35"/>
                    <a:pt x="36" y="34"/>
                  </a:cubicBezTo>
                  <a:cubicBezTo>
                    <a:pt x="37" y="34"/>
                    <a:pt x="37" y="33"/>
                    <a:pt x="37" y="33"/>
                  </a:cubicBezTo>
                  <a:cubicBezTo>
                    <a:pt x="37" y="32"/>
                    <a:pt x="39" y="31"/>
                    <a:pt x="38" y="31"/>
                  </a:cubicBezTo>
                  <a:cubicBezTo>
                    <a:pt x="38" y="31"/>
                    <a:pt x="38" y="30"/>
                    <a:pt x="38" y="30"/>
                  </a:cubicBezTo>
                  <a:cubicBezTo>
                    <a:pt x="39" y="30"/>
                    <a:pt x="40" y="30"/>
                    <a:pt x="41" y="31"/>
                  </a:cubicBezTo>
                  <a:close/>
                  <a:moveTo>
                    <a:pt x="26" y="30"/>
                  </a:moveTo>
                  <a:cubicBezTo>
                    <a:pt x="25" y="31"/>
                    <a:pt x="25" y="33"/>
                    <a:pt x="24" y="33"/>
                  </a:cubicBezTo>
                  <a:cubicBezTo>
                    <a:pt x="24" y="34"/>
                    <a:pt x="23" y="35"/>
                    <a:pt x="23" y="36"/>
                  </a:cubicBezTo>
                  <a:cubicBezTo>
                    <a:pt x="23" y="37"/>
                    <a:pt x="23" y="38"/>
                    <a:pt x="24" y="38"/>
                  </a:cubicBezTo>
                  <a:cubicBezTo>
                    <a:pt x="25" y="38"/>
                    <a:pt x="26" y="38"/>
                    <a:pt x="26" y="37"/>
                  </a:cubicBezTo>
                  <a:cubicBezTo>
                    <a:pt x="27" y="37"/>
                    <a:pt x="27" y="36"/>
                    <a:pt x="28" y="36"/>
                  </a:cubicBezTo>
                  <a:cubicBezTo>
                    <a:pt x="28" y="35"/>
                    <a:pt x="28" y="35"/>
                    <a:pt x="28" y="35"/>
                  </a:cubicBezTo>
                  <a:cubicBezTo>
                    <a:pt x="29" y="35"/>
                    <a:pt x="28" y="36"/>
                    <a:pt x="28" y="36"/>
                  </a:cubicBezTo>
                  <a:cubicBezTo>
                    <a:pt x="27" y="36"/>
                    <a:pt x="28" y="38"/>
                    <a:pt x="27" y="37"/>
                  </a:cubicBezTo>
                  <a:cubicBezTo>
                    <a:pt x="26" y="38"/>
                    <a:pt x="25" y="39"/>
                    <a:pt x="26" y="40"/>
                  </a:cubicBezTo>
                  <a:cubicBezTo>
                    <a:pt x="25" y="40"/>
                    <a:pt x="25" y="40"/>
                    <a:pt x="25" y="40"/>
                  </a:cubicBezTo>
                  <a:cubicBezTo>
                    <a:pt x="25" y="41"/>
                    <a:pt x="25" y="41"/>
                    <a:pt x="25" y="41"/>
                  </a:cubicBezTo>
                  <a:cubicBezTo>
                    <a:pt x="24" y="41"/>
                    <a:pt x="25" y="42"/>
                    <a:pt x="24" y="42"/>
                  </a:cubicBezTo>
                  <a:cubicBezTo>
                    <a:pt x="24" y="43"/>
                    <a:pt x="23" y="43"/>
                    <a:pt x="23" y="44"/>
                  </a:cubicBezTo>
                  <a:cubicBezTo>
                    <a:pt x="22" y="44"/>
                    <a:pt x="23" y="45"/>
                    <a:pt x="22" y="45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1" y="45"/>
                    <a:pt x="21" y="45"/>
                    <a:pt x="21" y="45"/>
                  </a:cubicBezTo>
                  <a:cubicBezTo>
                    <a:pt x="20" y="45"/>
                    <a:pt x="20" y="45"/>
                    <a:pt x="20" y="45"/>
                  </a:cubicBezTo>
                  <a:cubicBezTo>
                    <a:pt x="20" y="44"/>
                    <a:pt x="20" y="44"/>
                    <a:pt x="20" y="44"/>
                  </a:cubicBezTo>
                  <a:cubicBezTo>
                    <a:pt x="19" y="44"/>
                    <a:pt x="19" y="44"/>
                    <a:pt x="19" y="44"/>
                  </a:cubicBezTo>
                  <a:cubicBezTo>
                    <a:pt x="19" y="43"/>
                    <a:pt x="18" y="44"/>
                    <a:pt x="17" y="43"/>
                  </a:cubicBezTo>
                  <a:cubicBezTo>
                    <a:pt x="17" y="43"/>
                    <a:pt x="17" y="43"/>
                    <a:pt x="17" y="43"/>
                  </a:cubicBezTo>
                  <a:cubicBezTo>
                    <a:pt x="17" y="42"/>
                    <a:pt x="16" y="43"/>
                    <a:pt x="15" y="42"/>
                  </a:cubicBezTo>
                  <a:cubicBezTo>
                    <a:pt x="15" y="43"/>
                    <a:pt x="15" y="43"/>
                    <a:pt x="15" y="43"/>
                  </a:cubicBezTo>
                  <a:cubicBezTo>
                    <a:pt x="14" y="43"/>
                    <a:pt x="15" y="42"/>
                    <a:pt x="14" y="42"/>
                  </a:cubicBezTo>
                  <a:cubicBezTo>
                    <a:pt x="14" y="41"/>
                    <a:pt x="13" y="40"/>
                    <a:pt x="14" y="40"/>
                  </a:cubicBezTo>
                  <a:cubicBezTo>
                    <a:pt x="15" y="40"/>
                    <a:pt x="16" y="39"/>
                    <a:pt x="16" y="39"/>
                  </a:cubicBezTo>
                  <a:cubicBezTo>
                    <a:pt x="16" y="37"/>
                    <a:pt x="17" y="37"/>
                    <a:pt x="18" y="36"/>
                  </a:cubicBezTo>
                  <a:cubicBezTo>
                    <a:pt x="19" y="36"/>
                    <a:pt x="18" y="35"/>
                    <a:pt x="19" y="35"/>
                  </a:cubicBezTo>
                  <a:cubicBezTo>
                    <a:pt x="20" y="34"/>
                    <a:pt x="21" y="35"/>
                    <a:pt x="21" y="34"/>
                  </a:cubicBezTo>
                  <a:cubicBezTo>
                    <a:pt x="21" y="33"/>
                    <a:pt x="21" y="33"/>
                    <a:pt x="22" y="33"/>
                  </a:cubicBezTo>
                  <a:cubicBezTo>
                    <a:pt x="22" y="33"/>
                    <a:pt x="22" y="33"/>
                    <a:pt x="22" y="33"/>
                  </a:cubicBezTo>
                  <a:cubicBezTo>
                    <a:pt x="23" y="32"/>
                    <a:pt x="24" y="32"/>
                    <a:pt x="24" y="31"/>
                  </a:cubicBezTo>
                  <a:cubicBezTo>
                    <a:pt x="25" y="31"/>
                    <a:pt x="25" y="30"/>
                    <a:pt x="26" y="30"/>
                  </a:cubicBezTo>
                  <a:close/>
                  <a:moveTo>
                    <a:pt x="35" y="42"/>
                  </a:move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4" y="42"/>
                    <a:pt x="34" y="42"/>
                  </a:cubicBezTo>
                  <a:cubicBezTo>
                    <a:pt x="34" y="42"/>
                    <a:pt x="35" y="42"/>
                    <a:pt x="35" y="42"/>
                  </a:cubicBezTo>
                  <a:close/>
                  <a:moveTo>
                    <a:pt x="51" y="47"/>
                  </a:moveTo>
                  <a:cubicBezTo>
                    <a:pt x="52" y="46"/>
                    <a:pt x="53" y="47"/>
                    <a:pt x="53" y="46"/>
                  </a:cubicBezTo>
                  <a:cubicBezTo>
                    <a:pt x="53" y="47"/>
                    <a:pt x="54" y="47"/>
                    <a:pt x="54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5" y="48"/>
                    <a:pt x="55" y="48"/>
                    <a:pt x="55" y="48"/>
                  </a:cubicBezTo>
                  <a:cubicBezTo>
                    <a:pt x="54" y="48"/>
                    <a:pt x="55" y="49"/>
                    <a:pt x="54" y="49"/>
                  </a:cubicBezTo>
                  <a:cubicBezTo>
                    <a:pt x="55" y="49"/>
                    <a:pt x="55" y="50"/>
                    <a:pt x="56" y="50"/>
                  </a:cubicBezTo>
                  <a:cubicBezTo>
                    <a:pt x="56" y="50"/>
                    <a:pt x="56" y="51"/>
                    <a:pt x="55" y="51"/>
                  </a:cubicBezTo>
                  <a:cubicBezTo>
                    <a:pt x="56" y="51"/>
                    <a:pt x="56" y="52"/>
                    <a:pt x="56" y="52"/>
                  </a:cubicBezTo>
                  <a:cubicBezTo>
                    <a:pt x="56" y="53"/>
                    <a:pt x="55" y="53"/>
                    <a:pt x="55" y="53"/>
                  </a:cubicBezTo>
                  <a:cubicBezTo>
                    <a:pt x="55" y="52"/>
                    <a:pt x="55" y="52"/>
                    <a:pt x="55" y="52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4" y="53"/>
                    <a:pt x="54" y="53"/>
                    <a:pt x="54" y="53"/>
                  </a:cubicBezTo>
                  <a:cubicBezTo>
                    <a:pt x="53" y="53"/>
                    <a:pt x="52" y="52"/>
                    <a:pt x="52" y="53"/>
                  </a:cubicBezTo>
                  <a:cubicBezTo>
                    <a:pt x="51" y="52"/>
                    <a:pt x="51" y="52"/>
                    <a:pt x="51" y="52"/>
                  </a:cubicBezTo>
                  <a:cubicBezTo>
                    <a:pt x="51" y="53"/>
                    <a:pt x="50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9" y="52"/>
                    <a:pt x="49" y="52"/>
                    <a:pt x="49" y="52"/>
                  </a:cubicBezTo>
                  <a:cubicBezTo>
                    <a:pt x="48" y="52"/>
                    <a:pt x="48" y="52"/>
                    <a:pt x="48" y="52"/>
                  </a:cubicBezTo>
                  <a:cubicBezTo>
                    <a:pt x="48" y="52"/>
                    <a:pt x="47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6" y="53"/>
                    <a:pt x="46" y="53"/>
                    <a:pt x="46" y="53"/>
                  </a:cubicBezTo>
                  <a:cubicBezTo>
                    <a:pt x="45" y="53"/>
                    <a:pt x="45" y="53"/>
                    <a:pt x="45" y="53"/>
                  </a:cubicBezTo>
                  <a:cubicBezTo>
                    <a:pt x="45" y="53"/>
                    <a:pt x="44" y="52"/>
                    <a:pt x="43" y="53"/>
                  </a:cubicBezTo>
                  <a:cubicBezTo>
                    <a:pt x="42" y="53"/>
                    <a:pt x="41" y="53"/>
                    <a:pt x="40" y="53"/>
                  </a:cubicBezTo>
                  <a:cubicBezTo>
                    <a:pt x="40" y="53"/>
                    <a:pt x="39" y="53"/>
                    <a:pt x="39" y="53"/>
                  </a:cubicBezTo>
                  <a:cubicBezTo>
                    <a:pt x="37" y="53"/>
                    <a:pt x="36" y="54"/>
                    <a:pt x="35" y="53"/>
                  </a:cubicBezTo>
                  <a:cubicBezTo>
                    <a:pt x="34" y="54"/>
                    <a:pt x="33" y="54"/>
                    <a:pt x="33" y="54"/>
                  </a:cubicBezTo>
                  <a:cubicBezTo>
                    <a:pt x="32" y="54"/>
                    <a:pt x="31" y="53"/>
                    <a:pt x="30" y="54"/>
                  </a:cubicBezTo>
                  <a:cubicBezTo>
                    <a:pt x="29" y="54"/>
                    <a:pt x="28" y="54"/>
                    <a:pt x="27" y="54"/>
                  </a:cubicBezTo>
                  <a:cubicBezTo>
                    <a:pt x="27" y="53"/>
                    <a:pt x="27" y="54"/>
                    <a:pt x="26" y="54"/>
                  </a:cubicBezTo>
                  <a:cubicBezTo>
                    <a:pt x="26" y="54"/>
                    <a:pt x="26" y="55"/>
                    <a:pt x="26" y="55"/>
                  </a:cubicBezTo>
                  <a:cubicBezTo>
                    <a:pt x="26" y="55"/>
                    <a:pt x="26" y="54"/>
                    <a:pt x="25" y="54"/>
                  </a:cubicBezTo>
                  <a:cubicBezTo>
                    <a:pt x="25" y="55"/>
                    <a:pt x="25" y="55"/>
                    <a:pt x="25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4" y="55"/>
                    <a:pt x="24" y="55"/>
                    <a:pt x="24" y="55"/>
                  </a:cubicBezTo>
                  <a:cubicBezTo>
                    <a:pt x="23" y="55"/>
                    <a:pt x="23" y="55"/>
                    <a:pt x="23" y="55"/>
                  </a:cubicBezTo>
                  <a:cubicBezTo>
                    <a:pt x="23" y="56"/>
                    <a:pt x="21" y="55"/>
                    <a:pt x="20" y="55"/>
                  </a:cubicBezTo>
                  <a:cubicBezTo>
                    <a:pt x="19" y="55"/>
                    <a:pt x="18" y="56"/>
                    <a:pt x="17" y="56"/>
                  </a:cubicBezTo>
                  <a:cubicBezTo>
                    <a:pt x="16" y="57"/>
                    <a:pt x="15" y="56"/>
                    <a:pt x="14" y="57"/>
                  </a:cubicBezTo>
                  <a:cubicBezTo>
                    <a:pt x="13" y="56"/>
                    <a:pt x="12" y="58"/>
                    <a:pt x="12" y="57"/>
                  </a:cubicBezTo>
                  <a:cubicBezTo>
                    <a:pt x="12" y="56"/>
                    <a:pt x="12" y="56"/>
                    <a:pt x="11" y="56"/>
                  </a:cubicBezTo>
                  <a:cubicBezTo>
                    <a:pt x="11" y="57"/>
                    <a:pt x="11" y="57"/>
                    <a:pt x="11" y="58"/>
                  </a:cubicBezTo>
                  <a:cubicBezTo>
                    <a:pt x="10" y="58"/>
                    <a:pt x="9" y="58"/>
                    <a:pt x="9" y="58"/>
                  </a:cubicBezTo>
                  <a:cubicBezTo>
                    <a:pt x="9" y="58"/>
                    <a:pt x="9" y="57"/>
                    <a:pt x="9" y="57"/>
                  </a:cubicBezTo>
                  <a:cubicBezTo>
                    <a:pt x="8" y="58"/>
                    <a:pt x="7" y="59"/>
                    <a:pt x="7" y="58"/>
                  </a:cubicBezTo>
                  <a:cubicBezTo>
                    <a:pt x="6" y="58"/>
                    <a:pt x="6" y="58"/>
                    <a:pt x="6" y="57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57"/>
                    <a:pt x="3" y="57"/>
                    <a:pt x="3" y="56"/>
                  </a:cubicBezTo>
                  <a:cubicBezTo>
                    <a:pt x="2" y="57"/>
                    <a:pt x="2" y="56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0" y="54"/>
                    <a:pt x="1" y="54"/>
                    <a:pt x="1" y="53"/>
                  </a:cubicBezTo>
                  <a:cubicBezTo>
                    <a:pt x="1" y="54"/>
                    <a:pt x="1" y="54"/>
                    <a:pt x="1" y="54"/>
                  </a:cubicBezTo>
                  <a:cubicBezTo>
                    <a:pt x="2" y="53"/>
                    <a:pt x="3" y="53"/>
                    <a:pt x="4" y="52"/>
                  </a:cubicBezTo>
                  <a:cubicBezTo>
                    <a:pt x="4" y="53"/>
                    <a:pt x="5" y="53"/>
                    <a:pt x="5" y="53"/>
                  </a:cubicBezTo>
                  <a:cubicBezTo>
                    <a:pt x="5" y="52"/>
                    <a:pt x="7" y="53"/>
                    <a:pt x="8" y="52"/>
                  </a:cubicBezTo>
                  <a:cubicBezTo>
                    <a:pt x="8" y="52"/>
                    <a:pt x="9" y="52"/>
                    <a:pt x="9" y="51"/>
                  </a:cubicBezTo>
                  <a:cubicBezTo>
                    <a:pt x="9" y="52"/>
                    <a:pt x="10" y="52"/>
                    <a:pt x="10" y="52"/>
                  </a:cubicBezTo>
                  <a:cubicBezTo>
                    <a:pt x="11" y="51"/>
                    <a:pt x="12" y="51"/>
                    <a:pt x="13" y="51"/>
                  </a:cubicBezTo>
                  <a:cubicBezTo>
                    <a:pt x="13" y="51"/>
                    <a:pt x="13" y="51"/>
                    <a:pt x="13" y="51"/>
                  </a:cubicBezTo>
                  <a:cubicBezTo>
                    <a:pt x="14" y="51"/>
                    <a:pt x="14" y="51"/>
                    <a:pt x="14" y="51"/>
                  </a:cubicBezTo>
                  <a:cubicBezTo>
                    <a:pt x="14" y="51"/>
                    <a:pt x="15" y="50"/>
                    <a:pt x="16" y="50"/>
                  </a:cubicBezTo>
                  <a:cubicBezTo>
                    <a:pt x="17" y="51"/>
                    <a:pt x="18" y="50"/>
                    <a:pt x="18" y="49"/>
                  </a:cubicBezTo>
                  <a:cubicBezTo>
                    <a:pt x="19" y="50"/>
                    <a:pt x="19" y="50"/>
                    <a:pt x="20" y="50"/>
                  </a:cubicBezTo>
                  <a:cubicBezTo>
                    <a:pt x="20" y="49"/>
                    <a:pt x="21" y="50"/>
                    <a:pt x="21" y="49"/>
                  </a:cubicBezTo>
                  <a:cubicBezTo>
                    <a:pt x="22" y="50"/>
                    <a:pt x="23" y="49"/>
                    <a:pt x="23" y="49"/>
                  </a:cubicBezTo>
                  <a:cubicBezTo>
                    <a:pt x="24" y="49"/>
                    <a:pt x="24" y="49"/>
                    <a:pt x="24" y="49"/>
                  </a:cubicBezTo>
                  <a:cubicBezTo>
                    <a:pt x="25" y="49"/>
                    <a:pt x="26" y="49"/>
                    <a:pt x="27" y="49"/>
                  </a:cubicBezTo>
                  <a:cubicBezTo>
                    <a:pt x="28" y="49"/>
                    <a:pt x="29" y="48"/>
                    <a:pt x="29" y="49"/>
                  </a:cubicBezTo>
                  <a:cubicBezTo>
                    <a:pt x="29" y="49"/>
                    <a:pt x="30" y="49"/>
                    <a:pt x="30" y="48"/>
                  </a:cubicBezTo>
                  <a:cubicBezTo>
                    <a:pt x="30" y="49"/>
                    <a:pt x="30" y="49"/>
                    <a:pt x="30" y="49"/>
                  </a:cubicBezTo>
                  <a:cubicBezTo>
                    <a:pt x="31" y="48"/>
                    <a:pt x="32" y="49"/>
                    <a:pt x="33" y="49"/>
                  </a:cubicBezTo>
                  <a:cubicBezTo>
                    <a:pt x="34" y="49"/>
                    <a:pt x="35" y="48"/>
                    <a:pt x="36" y="48"/>
                  </a:cubicBezTo>
                  <a:cubicBezTo>
                    <a:pt x="36" y="47"/>
                    <a:pt x="38" y="49"/>
                    <a:pt x="39" y="47"/>
                  </a:cubicBezTo>
                  <a:cubicBezTo>
                    <a:pt x="40" y="47"/>
                    <a:pt x="41" y="49"/>
                    <a:pt x="41" y="47"/>
                  </a:cubicBezTo>
                  <a:cubicBezTo>
                    <a:pt x="42" y="47"/>
                    <a:pt x="42" y="47"/>
                    <a:pt x="42" y="47"/>
                  </a:cubicBezTo>
                  <a:cubicBezTo>
                    <a:pt x="42" y="48"/>
                    <a:pt x="43" y="47"/>
                    <a:pt x="44" y="47"/>
                  </a:cubicBezTo>
                  <a:cubicBezTo>
                    <a:pt x="45" y="47"/>
                    <a:pt x="46" y="47"/>
                    <a:pt x="47" y="46"/>
                  </a:cubicBezTo>
                  <a:cubicBezTo>
                    <a:pt x="47" y="47"/>
                    <a:pt x="48" y="47"/>
                    <a:pt x="49" y="47"/>
                  </a:cubicBezTo>
                  <a:cubicBezTo>
                    <a:pt x="49" y="46"/>
                    <a:pt x="51" y="46"/>
                    <a:pt x="51" y="47"/>
                  </a:cubicBezTo>
                  <a:close/>
                  <a:moveTo>
                    <a:pt x="11" y="57"/>
                  </a:moveTo>
                  <a:cubicBezTo>
                    <a:pt x="11" y="57"/>
                    <a:pt x="11" y="57"/>
                    <a:pt x="11" y="57"/>
                  </a:cubicBezTo>
                  <a:cubicBezTo>
                    <a:pt x="10" y="57"/>
                    <a:pt x="10" y="57"/>
                    <a:pt x="10" y="57"/>
                  </a:cubicBezTo>
                  <a:lnTo>
                    <a:pt x="11" y="5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Freeform 14"/>
            <p:cNvSpPr>
              <a:spLocks noEditPoints="1"/>
            </p:cNvSpPr>
            <p:nvPr/>
          </p:nvSpPr>
          <p:spPr bwMode="auto">
            <a:xfrm>
              <a:off x="4696" y="4155"/>
              <a:ext cx="101" cy="112"/>
            </a:xfrm>
            <a:custGeom>
              <a:avLst/>
              <a:gdLst>
                <a:gd name="T0" fmla="*/ 20 w 39"/>
                <a:gd name="T1" fmla="*/ 3 h 42"/>
                <a:gd name="T2" fmla="*/ 20 w 39"/>
                <a:gd name="T3" fmla="*/ 8 h 42"/>
                <a:gd name="T4" fmla="*/ 23 w 39"/>
                <a:gd name="T5" fmla="*/ 9 h 42"/>
                <a:gd name="T6" fmla="*/ 24 w 39"/>
                <a:gd name="T7" fmla="*/ 10 h 42"/>
                <a:gd name="T8" fmla="*/ 22 w 39"/>
                <a:gd name="T9" fmla="*/ 13 h 42"/>
                <a:gd name="T10" fmla="*/ 20 w 39"/>
                <a:gd name="T11" fmla="*/ 18 h 42"/>
                <a:gd name="T12" fmla="*/ 23 w 39"/>
                <a:gd name="T13" fmla="*/ 19 h 42"/>
                <a:gd name="T14" fmla="*/ 19 w 39"/>
                <a:gd name="T15" fmla="*/ 22 h 42"/>
                <a:gd name="T16" fmla="*/ 15 w 39"/>
                <a:gd name="T17" fmla="*/ 24 h 42"/>
                <a:gd name="T18" fmla="*/ 11 w 39"/>
                <a:gd name="T19" fmla="*/ 26 h 42"/>
                <a:gd name="T20" fmla="*/ 6 w 39"/>
                <a:gd name="T21" fmla="*/ 32 h 42"/>
                <a:gd name="T22" fmla="*/ 4 w 39"/>
                <a:gd name="T23" fmla="*/ 35 h 42"/>
                <a:gd name="T24" fmla="*/ 1 w 39"/>
                <a:gd name="T25" fmla="*/ 39 h 42"/>
                <a:gd name="T26" fmla="*/ 1 w 39"/>
                <a:gd name="T27" fmla="*/ 36 h 42"/>
                <a:gd name="T28" fmla="*/ 2 w 39"/>
                <a:gd name="T29" fmla="*/ 32 h 42"/>
                <a:gd name="T30" fmla="*/ 7 w 39"/>
                <a:gd name="T31" fmla="*/ 28 h 42"/>
                <a:gd name="T32" fmla="*/ 10 w 39"/>
                <a:gd name="T33" fmla="*/ 25 h 42"/>
                <a:gd name="T34" fmla="*/ 9 w 39"/>
                <a:gd name="T35" fmla="*/ 20 h 42"/>
                <a:gd name="T36" fmla="*/ 9 w 39"/>
                <a:gd name="T37" fmla="*/ 20 h 42"/>
                <a:gd name="T38" fmla="*/ 12 w 39"/>
                <a:gd name="T39" fmla="*/ 20 h 42"/>
                <a:gd name="T40" fmla="*/ 15 w 39"/>
                <a:gd name="T41" fmla="*/ 18 h 42"/>
                <a:gd name="T42" fmla="*/ 13 w 39"/>
                <a:gd name="T43" fmla="*/ 16 h 42"/>
                <a:gd name="T44" fmla="*/ 8 w 39"/>
                <a:gd name="T45" fmla="*/ 15 h 42"/>
                <a:gd name="T46" fmla="*/ 6 w 39"/>
                <a:gd name="T47" fmla="*/ 14 h 42"/>
                <a:gd name="T48" fmla="*/ 13 w 39"/>
                <a:gd name="T49" fmla="*/ 12 h 42"/>
                <a:gd name="T50" fmla="*/ 15 w 39"/>
                <a:gd name="T51" fmla="*/ 6 h 42"/>
                <a:gd name="T52" fmla="*/ 15 w 39"/>
                <a:gd name="T53" fmla="*/ 2 h 42"/>
                <a:gd name="T54" fmla="*/ 15 w 39"/>
                <a:gd name="T55" fmla="*/ 1 h 42"/>
                <a:gd name="T56" fmla="*/ 16 w 39"/>
                <a:gd name="T57" fmla="*/ 1 h 42"/>
                <a:gd name="T58" fmla="*/ 32 w 39"/>
                <a:gd name="T59" fmla="*/ 25 h 42"/>
                <a:gd name="T60" fmla="*/ 35 w 39"/>
                <a:gd name="T61" fmla="*/ 26 h 42"/>
                <a:gd name="T62" fmla="*/ 39 w 39"/>
                <a:gd name="T63" fmla="*/ 29 h 42"/>
                <a:gd name="T64" fmla="*/ 36 w 39"/>
                <a:gd name="T65" fmla="*/ 31 h 42"/>
                <a:gd name="T66" fmla="*/ 34 w 39"/>
                <a:gd name="T67" fmla="*/ 30 h 42"/>
                <a:gd name="T68" fmla="*/ 32 w 39"/>
                <a:gd name="T69" fmla="*/ 27 h 42"/>
                <a:gd name="T70" fmla="*/ 31 w 39"/>
                <a:gd name="T71" fmla="*/ 27 h 42"/>
                <a:gd name="T72" fmla="*/ 32 w 39"/>
                <a:gd name="T73" fmla="*/ 25 h 42"/>
                <a:gd name="T74" fmla="*/ 24 w 39"/>
                <a:gd name="T75" fmla="*/ 28 h 42"/>
                <a:gd name="T76" fmla="*/ 25 w 39"/>
                <a:gd name="T77" fmla="*/ 30 h 42"/>
                <a:gd name="T78" fmla="*/ 29 w 39"/>
                <a:gd name="T79" fmla="*/ 34 h 42"/>
                <a:gd name="T80" fmla="*/ 31 w 39"/>
                <a:gd name="T81" fmla="*/ 37 h 42"/>
                <a:gd name="T82" fmla="*/ 27 w 39"/>
                <a:gd name="T83" fmla="*/ 40 h 42"/>
                <a:gd name="T84" fmla="*/ 23 w 39"/>
                <a:gd name="T85" fmla="*/ 41 h 42"/>
                <a:gd name="T86" fmla="*/ 17 w 39"/>
                <a:gd name="T87" fmla="*/ 41 h 42"/>
                <a:gd name="T88" fmla="*/ 12 w 39"/>
                <a:gd name="T89" fmla="*/ 37 h 42"/>
                <a:gd name="T90" fmla="*/ 10 w 39"/>
                <a:gd name="T91" fmla="*/ 33 h 42"/>
                <a:gd name="T92" fmla="*/ 9 w 39"/>
                <a:gd name="T93" fmla="*/ 31 h 42"/>
                <a:gd name="T94" fmla="*/ 11 w 39"/>
                <a:gd name="T95" fmla="*/ 32 h 42"/>
                <a:gd name="T96" fmla="*/ 17 w 39"/>
                <a:gd name="T97" fmla="*/ 37 h 42"/>
                <a:gd name="T98" fmla="*/ 24 w 39"/>
                <a:gd name="T99" fmla="*/ 37 h 42"/>
                <a:gd name="T100" fmla="*/ 25 w 39"/>
                <a:gd name="T101" fmla="*/ 35 h 42"/>
                <a:gd name="T102" fmla="*/ 23 w 39"/>
                <a:gd name="T103" fmla="*/ 32 h 42"/>
                <a:gd name="T104" fmla="*/ 22 w 39"/>
                <a:gd name="T105" fmla="*/ 30 h 42"/>
                <a:gd name="T106" fmla="*/ 21 w 39"/>
                <a:gd name="T107" fmla="*/ 29 h 42"/>
                <a:gd name="T108" fmla="*/ 19 w 39"/>
                <a:gd name="T109" fmla="*/ 28 h 42"/>
                <a:gd name="T110" fmla="*/ 18 w 39"/>
                <a:gd name="T111" fmla="*/ 31 h 42"/>
                <a:gd name="T112" fmla="*/ 20 w 39"/>
                <a:gd name="T113" fmla="*/ 33 h 42"/>
                <a:gd name="T114" fmla="*/ 18 w 39"/>
                <a:gd name="T115" fmla="*/ 35 h 42"/>
                <a:gd name="T116" fmla="*/ 16 w 39"/>
                <a:gd name="T117" fmla="*/ 30 h 42"/>
                <a:gd name="T118" fmla="*/ 17 w 39"/>
                <a:gd name="T119" fmla="*/ 28 h 42"/>
                <a:gd name="T120" fmla="*/ 22 w 39"/>
                <a:gd name="T121" fmla="*/ 27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9" h="42">
                  <a:moveTo>
                    <a:pt x="18" y="1"/>
                  </a:moveTo>
                  <a:cubicBezTo>
                    <a:pt x="19" y="1"/>
                    <a:pt x="19" y="2"/>
                    <a:pt x="19" y="2"/>
                  </a:cubicBezTo>
                  <a:cubicBezTo>
                    <a:pt x="20" y="3"/>
                    <a:pt x="20" y="3"/>
                    <a:pt x="20" y="3"/>
                  </a:cubicBezTo>
                  <a:cubicBezTo>
                    <a:pt x="20" y="3"/>
                    <a:pt x="20" y="4"/>
                    <a:pt x="20" y="4"/>
                  </a:cubicBezTo>
                  <a:cubicBezTo>
                    <a:pt x="20" y="5"/>
                    <a:pt x="20" y="7"/>
                    <a:pt x="20" y="8"/>
                  </a:cubicBezTo>
                  <a:cubicBezTo>
                    <a:pt x="20" y="8"/>
                    <a:pt x="20" y="8"/>
                    <a:pt x="20" y="8"/>
                  </a:cubicBezTo>
                  <a:cubicBezTo>
                    <a:pt x="21" y="8"/>
                    <a:pt x="21" y="8"/>
                    <a:pt x="21" y="8"/>
                  </a:cubicBezTo>
                  <a:cubicBezTo>
                    <a:pt x="21" y="8"/>
                    <a:pt x="22" y="8"/>
                    <a:pt x="23" y="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3" y="9"/>
                    <a:pt x="23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0"/>
                    <a:pt x="24" y="10"/>
                    <a:pt x="24" y="10"/>
                  </a:cubicBezTo>
                  <a:cubicBezTo>
                    <a:pt x="24" y="11"/>
                    <a:pt x="25" y="11"/>
                    <a:pt x="24" y="11"/>
                  </a:cubicBezTo>
                  <a:cubicBezTo>
                    <a:pt x="23" y="11"/>
                    <a:pt x="24" y="12"/>
                    <a:pt x="24" y="12"/>
                  </a:cubicBezTo>
                  <a:cubicBezTo>
                    <a:pt x="23" y="13"/>
                    <a:pt x="22" y="12"/>
                    <a:pt x="22" y="13"/>
                  </a:cubicBezTo>
                  <a:cubicBezTo>
                    <a:pt x="21" y="13"/>
                    <a:pt x="20" y="14"/>
                    <a:pt x="20" y="15"/>
                  </a:cubicBezTo>
                  <a:cubicBezTo>
                    <a:pt x="19" y="15"/>
                    <a:pt x="20" y="15"/>
                    <a:pt x="19" y="15"/>
                  </a:cubicBezTo>
                  <a:cubicBezTo>
                    <a:pt x="20" y="16"/>
                    <a:pt x="18" y="18"/>
                    <a:pt x="20" y="18"/>
                  </a:cubicBezTo>
                  <a:cubicBezTo>
                    <a:pt x="20" y="18"/>
                    <a:pt x="21" y="18"/>
                    <a:pt x="21" y="18"/>
                  </a:cubicBezTo>
                  <a:cubicBezTo>
                    <a:pt x="22" y="18"/>
                    <a:pt x="22" y="19"/>
                    <a:pt x="22" y="19"/>
                  </a:cubicBezTo>
                  <a:cubicBezTo>
                    <a:pt x="22" y="19"/>
                    <a:pt x="23" y="19"/>
                    <a:pt x="23" y="19"/>
                  </a:cubicBezTo>
                  <a:cubicBezTo>
                    <a:pt x="23" y="20"/>
                    <a:pt x="23" y="20"/>
                    <a:pt x="22" y="21"/>
                  </a:cubicBezTo>
                  <a:cubicBezTo>
                    <a:pt x="23" y="21"/>
                    <a:pt x="22" y="21"/>
                    <a:pt x="22" y="22"/>
                  </a:cubicBezTo>
                  <a:cubicBezTo>
                    <a:pt x="21" y="22"/>
                    <a:pt x="20" y="22"/>
                    <a:pt x="19" y="22"/>
                  </a:cubicBezTo>
                  <a:cubicBezTo>
                    <a:pt x="19" y="22"/>
                    <a:pt x="18" y="22"/>
                    <a:pt x="18" y="22"/>
                  </a:cubicBezTo>
                  <a:cubicBezTo>
                    <a:pt x="18" y="23"/>
                    <a:pt x="17" y="23"/>
                    <a:pt x="17" y="23"/>
                  </a:cubicBezTo>
                  <a:cubicBezTo>
                    <a:pt x="16" y="23"/>
                    <a:pt x="16" y="25"/>
                    <a:pt x="15" y="24"/>
                  </a:cubicBezTo>
                  <a:cubicBezTo>
                    <a:pt x="14" y="24"/>
                    <a:pt x="14" y="24"/>
                    <a:pt x="13" y="24"/>
                  </a:cubicBezTo>
                  <a:cubicBezTo>
                    <a:pt x="13" y="24"/>
                    <a:pt x="13" y="24"/>
                    <a:pt x="12" y="24"/>
                  </a:cubicBezTo>
                  <a:cubicBezTo>
                    <a:pt x="12" y="25"/>
                    <a:pt x="11" y="25"/>
                    <a:pt x="11" y="26"/>
                  </a:cubicBezTo>
                  <a:cubicBezTo>
                    <a:pt x="9" y="28"/>
                    <a:pt x="8" y="30"/>
                    <a:pt x="6" y="31"/>
                  </a:cubicBezTo>
                  <a:cubicBezTo>
                    <a:pt x="6" y="31"/>
                    <a:pt x="5" y="31"/>
                    <a:pt x="5" y="32"/>
                  </a:cubicBezTo>
                  <a:cubicBezTo>
                    <a:pt x="6" y="32"/>
                    <a:pt x="6" y="32"/>
                    <a:pt x="6" y="32"/>
                  </a:cubicBezTo>
                  <a:cubicBezTo>
                    <a:pt x="6" y="32"/>
                    <a:pt x="5" y="32"/>
                    <a:pt x="5" y="33"/>
                  </a:cubicBezTo>
                  <a:cubicBezTo>
                    <a:pt x="4" y="33"/>
                    <a:pt x="5" y="34"/>
                    <a:pt x="4" y="34"/>
                  </a:cubicBezTo>
                  <a:cubicBezTo>
                    <a:pt x="5" y="34"/>
                    <a:pt x="4" y="35"/>
                    <a:pt x="4" y="35"/>
                  </a:cubicBezTo>
                  <a:cubicBezTo>
                    <a:pt x="4" y="35"/>
                    <a:pt x="4" y="35"/>
                    <a:pt x="4" y="36"/>
                  </a:cubicBezTo>
                  <a:cubicBezTo>
                    <a:pt x="4" y="36"/>
                    <a:pt x="4" y="36"/>
                    <a:pt x="4" y="37"/>
                  </a:cubicBezTo>
                  <a:cubicBezTo>
                    <a:pt x="3" y="38"/>
                    <a:pt x="3" y="39"/>
                    <a:pt x="1" y="39"/>
                  </a:cubicBezTo>
                  <a:cubicBezTo>
                    <a:pt x="1" y="39"/>
                    <a:pt x="1" y="38"/>
                    <a:pt x="0" y="37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1" y="37"/>
                    <a:pt x="1" y="37"/>
                    <a:pt x="1" y="36"/>
                  </a:cubicBezTo>
                  <a:cubicBezTo>
                    <a:pt x="1" y="36"/>
                    <a:pt x="1" y="35"/>
                    <a:pt x="1" y="35"/>
                  </a:cubicBezTo>
                  <a:cubicBezTo>
                    <a:pt x="1" y="34"/>
                    <a:pt x="1" y="33"/>
                    <a:pt x="2" y="33"/>
                  </a:cubicBezTo>
                  <a:cubicBezTo>
                    <a:pt x="2" y="33"/>
                    <a:pt x="2" y="33"/>
                    <a:pt x="2" y="32"/>
                  </a:cubicBezTo>
                  <a:cubicBezTo>
                    <a:pt x="3" y="32"/>
                    <a:pt x="3" y="31"/>
                    <a:pt x="3" y="31"/>
                  </a:cubicBezTo>
                  <a:cubicBezTo>
                    <a:pt x="3" y="31"/>
                    <a:pt x="4" y="31"/>
                    <a:pt x="4" y="30"/>
                  </a:cubicBezTo>
                  <a:cubicBezTo>
                    <a:pt x="5" y="29"/>
                    <a:pt x="6" y="29"/>
                    <a:pt x="7" y="28"/>
                  </a:cubicBezTo>
                  <a:cubicBezTo>
                    <a:pt x="7" y="28"/>
                    <a:pt x="8" y="27"/>
                    <a:pt x="8" y="27"/>
                  </a:cubicBezTo>
                  <a:cubicBezTo>
                    <a:pt x="8" y="27"/>
                    <a:pt x="9" y="26"/>
                    <a:pt x="9" y="26"/>
                  </a:cubicBezTo>
                  <a:cubicBezTo>
                    <a:pt x="9" y="26"/>
                    <a:pt x="10" y="26"/>
                    <a:pt x="10" y="25"/>
                  </a:cubicBezTo>
                  <a:cubicBezTo>
                    <a:pt x="10" y="25"/>
                    <a:pt x="11" y="24"/>
                    <a:pt x="12" y="24"/>
                  </a:cubicBezTo>
                  <a:cubicBezTo>
                    <a:pt x="12" y="23"/>
                    <a:pt x="10" y="23"/>
                    <a:pt x="10" y="22"/>
                  </a:cubicBezTo>
                  <a:cubicBezTo>
                    <a:pt x="10" y="22"/>
                    <a:pt x="9" y="21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20"/>
                    <a:pt x="9" y="20"/>
                    <a:pt x="9" y="20"/>
                  </a:cubicBezTo>
                  <a:cubicBezTo>
                    <a:pt x="9" y="19"/>
                    <a:pt x="9" y="20"/>
                    <a:pt x="9" y="19"/>
                  </a:cubicBezTo>
                  <a:cubicBezTo>
                    <a:pt x="10" y="20"/>
                    <a:pt x="10" y="19"/>
                    <a:pt x="11" y="20"/>
                  </a:cubicBezTo>
                  <a:cubicBezTo>
                    <a:pt x="11" y="20"/>
                    <a:pt x="12" y="19"/>
                    <a:pt x="12" y="20"/>
                  </a:cubicBezTo>
                  <a:cubicBezTo>
                    <a:pt x="12" y="20"/>
                    <a:pt x="13" y="20"/>
                    <a:pt x="13" y="20"/>
                  </a:cubicBezTo>
                  <a:cubicBezTo>
                    <a:pt x="14" y="20"/>
                    <a:pt x="14" y="19"/>
                    <a:pt x="14" y="19"/>
                  </a:cubicBezTo>
                  <a:cubicBezTo>
                    <a:pt x="14" y="19"/>
                    <a:pt x="15" y="19"/>
                    <a:pt x="15" y="18"/>
                  </a:cubicBezTo>
                  <a:cubicBezTo>
                    <a:pt x="15" y="18"/>
                    <a:pt x="16" y="17"/>
                    <a:pt x="16" y="17"/>
                  </a:cubicBezTo>
                  <a:cubicBezTo>
                    <a:pt x="15" y="16"/>
                    <a:pt x="14" y="17"/>
                    <a:pt x="14" y="17"/>
                  </a:cubicBezTo>
                  <a:cubicBezTo>
                    <a:pt x="14" y="16"/>
                    <a:pt x="13" y="16"/>
                    <a:pt x="13" y="16"/>
                  </a:cubicBezTo>
                  <a:cubicBezTo>
                    <a:pt x="12" y="16"/>
                    <a:pt x="11" y="16"/>
                    <a:pt x="10" y="16"/>
                  </a:cubicBezTo>
                  <a:cubicBezTo>
                    <a:pt x="9" y="15"/>
                    <a:pt x="8" y="15"/>
                    <a:pt x="8" y="15"/>
                  </a:cubicBezTo>
                  <a:cubicBezTo>
                    <a:pt x="8" y="15"/>
                    <a:pt x="8" y="15"/>
                    <a:pt x="8" y="15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4"/>
                    <a:pt x="7" y="14"/>
                    <a:pt x="7" y="14"/>
                  </a:cubicBezTo>
                  <a:cubicBezTo>
                    <a:pt x="7" y="14"/>
                    <a:pt x="6" y="14"/>
                    <a:pt x="6" y="14"/>
                  </a:cubicBezTo>
                  <a:cubicBezTo>
                    <a:pt x="6" y="14"/>
                    <a:pt x="6" y="14"/>
                    <a:pt x="6" y="13"/>
                  </a:cubicBezTo>
                  <a:cubicBezTo>
                    <a:pt x="6" y="14"/>
                    <a:pt x="6" y="14"/>
                    <a:pt x="7" y="13"/>
                  </a:cubicBezTo>
                  <a:cubicBezTo>
                    <a:pt x="9" y="13"/>
                    <a:pt x="11" y="13"/>
                    <a:pt x="13" y="12"/>
                  </a:cubicBezTo>
                  <a:cubicBezTo>
                    <a:pt x="14" y="11"/>
                    <a:pt x="15" y="11"/>
                    <a:pt x="15" y="10"/>
                  </a:cubicBezTo>
                  <a:cubicBezTo>
                    <a:pt x="16" y="10"/>
                    <a:pt x="16" y="10"/>
                    <a:pt x="16" y="10"/>
                  </a:cubicBezTo>
                  <a:cubicBezTo>
                    <a:pt x="16" y="8"/>
                    <a:pt x="15" y="7"/>
                    <a:pt x="15" y="6"/>
                  </a:cubicBezTo>
                  <a:cubicBezTo>
                    <a:pt x="15" y="6"/>
                    <a:pt x="15" y="5"/>
                    <a:pt x="14" y="5"/>
                  </a:cubicBezTo>
                  <a:cubicBezTo>
                    <a:pt x="14" y="4"/>
                    <a:pt x="15" y="4"/>
                    <a:pt x="15" y="4"/>
                  </a:cubicBezTo>
                  <a:cubicBezTo>
                    <a:pt x="15" y="3"/>
                    <a:pt x="15" y="2"/>
                    <a:pt x="15" y="2"/>
                  </a:cubicBezTo>
                  <a:cubicBezTo>
                    <a:pt x="16" y="2"/>
                    <a:pt x="16" y="2"/>
                    <a:pt x="16" y="1"/>
                  </a:cubicBezTo>
                  <a:cubicBezTo>
                    <a:pt x="16" y="1"/>
                    <a:pt x="16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6" y="1"/>
                    <a:pt x="16" y="1"/>
                  </a:cubicBezTo>
                  <a:cubicBezTo>
                    <a:pt x="16" y="1"/>
                    <a:pt x="17" y="0"/>
                    <a:pt x="18" y="1"/>
                  </a:cubicBezTo>
                  <a:close/>
                  <a:moveTo>
                    <a:pt x="32" y="25"/>
                  </a:move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2" y="26"/>
                    <a:pt x="32" y="26"/>
                  </a:cubicBezTo>
                  <a:cubicBezTo>
                    <a:pt x="33" y="25"/>
                    <a:pt x="34" y="26"/>
                    <a:pt x="35" y="26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36" y="26"/>
                    <a:pt x="36" y="26"/>
                    <a:pt x="37" y="27"/>
                  </a:cubicBezTo>
                  <a:cubicBezTo>
                    <a:pt x="38" y="27"/>
                    <a:pt x="39" y="28"/>
                    <a:pt x="39" y="29"/>
                  </a:cubicBezTo>
                  <a:cubicBezTo>
                    <a:pt x="39" y="29"/>
                    <a:pt x="39" y="29"/>
                    <a:pt x="39" y="29"/>
                  </a:cubicBezTo>
                  <a:cubicBezTo>
                    <a:pt x="39" y="30"/>
                    <a:pt x="39" y="30"/>
                    <a:pt x="39" y="31"/>
                  </a:cubicBezTo>
                  <a:cubicBezTo>
                    <a:pt x="38" y="31"/>
                    <a:pt x="38" y="31"/>
                    <a:pt x="38" y="31"/>
                  </a:cubicBezTo>
                  <a:cubicBezTo>
                    <a:pt x="38" y="31"/>
                    <a:pt x="37" y="31"/>
                    <a:pt x="36" y="31"/>
                  </a:cubicBezTo>
                  <a:cubicBezTo>
                    <a:pt x="36" y="31"/>
                    <a:pt x="35" y="31"/>
                    <a:pt x="36" y="30"/>
                  </a:cubicBezTo>
                  <a:cubicBezTo>
                    <a:pt x="35" y="30"/>
                    <a:pt x="35" y="30"/>
                    <a:pt x="34" y="29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9"/>
                    <a:pt x="34" y="29"/>
                    <a:pt x="33" y="28"/>
                  </a:cubicBezTo>
                  <a:cubicBezTo>
                    <a:pt x="33" y="28"/>
                    <a:pt x="33" y="28"/>
                    <a:pt x="33" y="28"/>
                  </a:cubicBezTo>
                  <a:cubicBezTo>
                    <a:pt x="33" y="28"/>
                    <a:pt x="33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2" y="27"/>
                    <a:pt x="32" y="27"/>
                    <a:pt x="32" y="27"/>
                  </a:cubicBezTo>
                  <a:cubicBezTo>
                    <a:pt x="31" y="26"/>
                    <a:pt x="31" y="27"/>
                    <a:pt x="31" y="27"/>
                  </a:cubicBezTo>
                  <a:cubicBezTo>
                    <a:pt x="31" y="26"/>
                    <a:pt x="30" y="26"/>
                    <a:pt x="31" y="26"/>
                  </a:cubicBezTo>
                  <a:cubicBezTo>
                    <a:pt x="31" y="26"/>
                    <a:pt x="31" y="25"/>
                    <a:pt x="30" y="26"/>
                  </a:cubicBezTo>
                  <a:cubicBezTo>
                    <a:pt x="31" y="25"/>
                    <a:pt x="31" y="26"/>
                    <a:pt x="32" y="25"/>
                  </a:cubicBezTo>
                  <a:close/>
                  <a:moveTo>
                    <a:pt x="22" y="27"/>
                  </a:moveTo>
                  <a:cubicBezTo>
                    <a:pt x="22" y="28"/>
                    <a:pt x="23" y="28"/>
                    <a:pt x="23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25" y="29"/>
                    <a:pt x="25" y="29"/>
                    <a:pt x="25" y="30"/>
                  </a:cubicBezTo>
                  <a:cubicBezTo>
                    <a:pt x="26" y="30"/>
                    <a:pt x="26" y="31"/>
                    <a:pt x="27" y="32"/>
                  </a:cubicBezTo>
                  <a:cubicBezTo>
                    <a:pt x="27" y="32"/>
                    <a:pt x="27" y="33"/>
                    <a:pt x="28" y="33"/>
                  </a:cubicBezTo>
                  <a:cubicBezTo>
                    <a:pt x="28" y="33"/>
                    <a:pt x="29" y="34"/>
                    <a:pt x="29" y="34"/>
                  </a:cubicBezTo>
                  <a:cubicBezTo>
                    <a:pt x="29" y="35"/>
                    <a:pt x="31" y="35"/>
                    <a:pt x="30" y="36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1" y="37"/>
                    <a:pt x="31" y="37"/>
                    <a:pt x="31" y="37"/>
                  </a:cubicBezTo>
                  <a:cubicBezTo>
                    <a:pt x="32" y="37"/>
                    <a:pt x="32" y="38"/>
                    <a:pt x="32" y="39"/>
                  </a:cubicBezTo>
                  <a:cubicBezTo>
                    <a:pt x="31" y="40"/>
                    <a:pt x="30" y="40"/>
                    <a:pt x="28" y="40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26" y="40"/>
                    <a:pt x="26" y="41"/>
                    <a:pt x="25" y="41"/>
                  </a:cubicBezTo>
                  <a:cubicBezTo>
                    <a:pt x="25" y="41"/>
                    <a:pt x="24" y="41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2" y="41"/>
                    <a:pt x="21" y="41"/>
                    <a:pt x="21" y="41"/>
                  </a:cubicBezTo>
                  <a:cubicBezTo>
                    <a:pt x="20" y="41"/>
                    <a:pt x="20" y="42"/>
                    <a:pt x="19" y="41"/>
                  </a:cubicBezTo>
                  <a:cubicBezTo>
                    <a:pt x="19" y="42"/>
                    <a:pt x="18" y="41"/>
                    <a:pt x="17" y="41"/>
                  </a:cubicBezTo>
                  <a:cubicBezTo>
                    <a:pt x="17" y="41"/>
                    <a:pt x="16" y="41"/>
                    <a:pt x="16" y="41"/>
                  </a:cubicBezTo>
                  <a:cubicBezTo>
                    <a:pt x="15" y="41"/>
                    <a:pt x="15" y="40"/>
                    <a:pt x="15" y="41"/>
                  </a:cubicBezTo>
                  <a:cubicBezTo>
                    <a:pt x="13" y="40"/>
                    <a:pt x="12" y="38"/>
                    <a:pt x="12" y="37"/>
                  </a:cubicBezTo>
                  <a:cubicBezTo>
                    <a:pt x="11" y="37"/>
                    <a:pt x="11" y="36"/>
                    <a:pt x="11" y="35"/>
                  </a:cubicBezTo>
                  <a:cubicBezTo>
                    <a:pt x="10" y="34"/>
                    <a:pt x="10" y="34"/>
                    <a:pt x="10" y="33"/>
                  </a:cubicBezTo>
                  <a:cubicBezTo>
                    <a:pt x="9" y="33"/>
                    <a:pt x="10" y="33"/>
                    <a:pt x="10" y="33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9" y="32"/>
                    <a:pt x="10" y="32"/>
                    <a:pt x="10" y="32"/>
                  </a:cubicBezTo>
                  <a:cubicBezTo>
                    <a:pt x="9" y="32"/>
                    <a:pt x="9" y="31"/>
                    <a:pt x="9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0" y="31"/>
                    <a:pt x="10" y="31"/>
                    <a:pt x="10" y="31"/>
                  </a:cubicBezTo>
                  <a:cubicBezTo>
                    <a:pt x="11" y="31"/>
                    <a:pt x="11" y="31"/>
                    <a:pt x="11" y="32"/>
                  </a:cubicBezTo>
                  <a:cubicBezTo>
                    <a:pt x="11" y="32"/>
                    <a:pt x="12" y="32"/>
                    <a:pt x="12" y="33"/>
                  </a:cubicBezTo>
                  <a:cubicBezTo>
                    <a:pt x="13" y="34"/>
                    <a:pt x="14" y="36"/>
                    <a:pt x="16" y="37"/>
                  </a:cubicBezTo>
                  <a:cubicBezTo>
                    <a:pt x="16" y="37"/>
                    <a:pt x="17" y="37"/>
                    <a:pt x="17" y="37"/>
                  </a:cubicBezTo>
                  <a:cubicBezTo>
                    <a:pt x="18" y="37"/>
                    <a:pt x="19" y="37"/>
                    <a:pt x="20" y="37"/>
                  </a:cubicBezTo>
                  <a:cubicBezTo>
                    <a:pt x="21" y="38"/>
                    <a:pt x="21" y="37"/>
                    <a:pt x="22" y="37"/>
                  </a:cubicBezTo>
                  <a:cubicBezTo>
                    <a:pt x="22" y="37"/>
                    <a:pt x="23" y="38"/>
                    <a:pt x="24" y="37"/>
                  </a:cubicBezTo>
                  <a:cubicBezTo>
                    <a:pt x="24" y="37"/>
                    <a:pt x="24" y="37"/>
                    <a:pt x="24" y="37"/>
                  </a:cubicBezTo>
                  <a:cubicBezTo>
                    <a:pt x="24" y="37"/>
                    <a:pt x="25" y="37"/>
                    <a:pt x="26" y="37"/>
                  </a:cubicBezTo>
                  <a:cubicBezTo>
                    <a:pt x="25" y="36"/>
                    <a:pt x="26" y="35"/>
                    <a:pt x="25" y="35"/>
                  </a:cubicBezTo>
                  <a:cubicBezTo>
                    <a:pt x="25" y="34"/>
                    <a:pt x="24" y="34"/>
                    <a:pt x="24" y="33"/>
                  </a:cubicBezTo>
                  <a:cubicBezTo>
                    <a:pt x="24" y="33"/>
                    <a:pt x="24" y="33"/>
                    <a:pt x="24" y="33"/>
                  </a:cubicBezTo>
                  <a:cubicBezTo>
                    <a:pt x="24" y="33"/>
                    <a:pt x="24" y="32"/>
                    <a:pt x="23" y="32"/>
                  </a:cubicBezTo>
                  <a:cubicBezTo>
                    <a:pt x="23" y="32"/>
                    <a:pt x="23" y="32"/>
                    <a:pt x="23" y="31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3" y="31"/>
                    <a:pt x="22" y="30"/>
                    <a:pt x="22" y="30"/>
                  </a:cubicBezTo>
                  <a:cubicBezTo>
                    <a:pt x="22" y="30"/>
                    <a:pt x="22" y="30"/>
                    <a:pt x="23" y="30"/>
                  </a:cubicBezTo>
                  <a:cubicBezTo>
                    <a:pt x="23" y="29"/>
                    <a:pt x="22" y="29"/>
                    <a:pt x="22" y="29"/>
                  </a:cubicBezTo>
                  <a:cubicBezTo>
                    <a:pt x="22" y="29"/>
                    <a:pt x="22" y="29"/>
                    <a:pt x="21" y="29"/>
                  </a:cubicBezTo>
                  <a:cubicBezTo>
                    <a:pt x="21" y="28"/>
                    <a:pt x="21" y="29"/>
                    <a:pt x="20" y="29"/>
                  </a:cubicBezTo>
                  <a:cubicBezTo>
                    <a:pt x="20" y="29"/>
                    <a:pt x="20" y="29"/>
                    <a:pt x="20" y="29"/>
                  </a:cubicBezTo>
                  <a:cubicBezTo>
                    <a:pt x="20" y="28"/>
                    <a:pt x="20" y="28"/>
                    <a:pt x="19" y="28"/>
                  </a:cubicBezTo>
                  <a:cubicBezTo>
                    <a:pt x="19" y="28"/>
                    <a:pt x="19" y="28"/>
                    <a:pt x="19" y="28"/>
                  </a:cubicBezTo>
                  <a:cubicBezTo>
                    <a:pt x="19" y="28"/>
                    <a:pt x="19" y="28"/>
                    <a:pt x="18" y="28"/>
                  </a:cubicBezTo>
                  <a:cubicBezTo>
                    <a:pt x="18" y="29"/>
                    <a:pt x="18" y="30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8" y="31"/>
                    <a:pt x="18" y="31"/>
                  </a:cubicBezTo>
                  <a:cubicBezTo>
                    <a:pt x="18" y="31"/>
                    <a:pt x="19" y="32"/>
                    <a:pt x="20" y="33"/>
                  </a:cubicBezTo>
                  <a:cubicBezTo>
                    <a:pt x="20" y="33"/>
                    <a:pt x="19" y="34"/>
                    <a:pt x="19" y="34"/>
                  </a:cubicBezTo>
                  <a:cubicBezTo>
                    <a:pt x="19" y="34"/>
                    <a:pt x="19" y="35"/>
                    <a:pt x="18" y="35"/>
                  </a:cubicBezTo>
                  <a:cubicBezTo>
                    <a:pt x="18" y="34"/>
                    <a:pt x="18" y="35"/>
                    <a:pt x="18" y="35"/>
                  </a:cubicBezTo>
                  <a:cubicBezTo>
                    <a:pt x="17" y="35"/>
                    <a:pt x="17" y="34"/>
                    <a:pt x="17" y="34"/>
                  </a:cubicBezTo>
                  <a:cubicBezTo>
                    <a:pt x="17" y="32"/>
                    <a:pt x="17" y="31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0"/>
                    <a:pt x="16" y="29"/>
                    <a:pt x="16" y="28"/>
                  </a:cubicBezTo>
                  <a:cubicBezTo>
                    <a:pt x="16" y="28"/>
                    <a:pt x="17" y="28"/>
                    <a:pt x="17" y="27"/>
                  </a:cubicBezTo>
                  <a:cubicBezTo>
                    <a:pt x="17" y="28"/>
                    <a:pt x="17" y="28"/>
                    <a:pt x="17" y="28"/>
                  </a:cubicBezTo>
                  <a:cubicBezTo>
                    <a:pt x="18" y="27"/>
                    <a:pt x="19" y="26"/>
                    <a:pt x="20" y="27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2" y="27"/>
                    <a:pt x="22" y="27"/>
                    <a:pt x="22" y="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Freeform 15"/>
            <p:cNvSpPr>
              <a:spLocks noEditPoints="1"/>
            </p:cNvSpPr>
            <p:nvPr/>
          </p:nvSpPr>
          <p:spPr bwMode="auto">
            <a:xfrm>
              <a:off x="5268" y="4115"/>
              <a:ext cx="98" cy="115"/>
            </a:xfrm>
            <a:custGeom>
              <a:avLst/>
              <a:gdLst>
                <a:gd name="T0" fmla="*/ 35 w 38"/>
                <a:gd name="T1" fmla="*/ 4 h 43"/>
                <a:gd name="T2" fmla="*/ 38 w 38"/>
                <a:gd name="T3" fmla="*/ 8 h 43"/>
                <a:gd name="T4" fmla="*/ 36 w 38"/>
                <a:gd name="T5" fmla="*/ 15 h 43"/>
                <a:gd name="T6" fmla="*/ 36 w 38"/>
                <a:gd name="T7" fmla="*/ 19 h 43"/>
                <a:gd name="T8" fmla="*/ 36 w 38"/>
                <a:gd name="T9" fmla="*/ 31 h 43"/>
                <a:gd name="T10" fmla="*/ 37 w 38"/>
                <a:gd name="T11" fmla="*/ 33 h 43"/>
                <a:gd name="T12" fmla="*/ 34 w 38"/>
                <a:gd name="T13" fmla="*/ 42 h 43"/>
                <a:gd name="T14" fmla="*/ 33 w 38"/>
                <a:gd name="T15" fmla="*/ 40 h 43"/>
                <a:gd name="T16" fmla="*/ 32 w 38"/>
                <a:gd name="T17" fmla="*/ 37 h 43"/>
                <a:gd name="T18" fmla="*/ 32 w 38"/>
                <a:gd name="T19" fmla="*/ 36 h 43"/>
                <a:gd name="T20" fmla="*/ 32 w 38"/>
                <a:gd name="T21" fmla="*/ 35 h 43"/>
                <a:gd name="T22" fmla="*/ 32 w 38"/>
                <a:gd name="T23" fmla="*/ 35 h 43"/>
                <a:gd name="T24" fmla="*/ 33 w 38"/>
                <a:gd name="T25" fmla="*/ 21 h 43"/>
                <a:gd name="T26" fmla="*/ 32 w 38"/>
                <a:gd name="T27" fmla="*/ 5 h 43"/>
                <a:gd name="T28" fmla="*/ 25 w 38"/>
                <a:gd name="T29" fmla="*/ 3 h 43"/>
                <a:gd name="T30" fmla="*/ 17 w 38"/>
                <a:gd name="T31" fmla="*/ 4 h 43"/>
                <a:gd name="T32" fmla="*/ 14 w 38"/>
                <a:gd name="T33" fmla="*/ 5 h 43"/>
                <a:gd name="T34" fmla="*/ 18 w 38"/>
                <a:gd name="T35" fmla="*/ 0 h 43"/>
                <a:gd name="T36" fmla="*/ 28 w 38"/>
                <a:gd name="T37" fmla="*/ 0 h 43"/>
                <a:gd name="T38" fmla="*/ 17 w 38"/>
                <a:gd name="T39" fmla="*/ 14 h 43"/>
                <a:gd name="T40" fmla="*/ 17 w 38"/>
                <a:gd name="T41" fmla="*/ 19 h 43"/>
                <a:gd name="T42" fmla="*/ 21 w 38"/>
                <a:gd name="T43" fmla="*/ 21 h 43"/>
                <a:gd name="T44" fmla="*/ 23 w 38"/>
                <a:gd name="T45" fmla="*/ 24 h 43"/>
                <a:gd name="T46" fmla="*/ 19 w 38"/>
                <a:gd name="T47" fmla="*/ 26 h 43"/>
                <a:gd name="T48" fmla="*/ 15 w 38"/>
                <a:gd name="T49" fmla="*/ 27 h 43"/>
                <a:gd name="T50" fmla="*/ 10 w 38"/>
                <a:gd name="T51" fmla="*/ 26 h 43"/>
                <a:gd name="T52" fmla="*/ 10 w 38"/>
                <a:gd name="T53" fmla="*/ 21 h 43"/>
                <a:gd name="T54" fmla="*/ 10 w 38"/>
                <a:gd name="T55" fmla="*/ 19 h 43"/>
                <a:gd name="T56" fmla="*/ 8 w 38"/>
                <a:gd name="T57" fmla="*/ 17 h 43"/>
                <a:gd name="T58" fmla="*/ 15 w 38"/>
                <a:gd name="T59" fmla="*/ 14 h 43"/>
                <a:gd name="T60" fmla="*/ 12 w 38"/>
                <a:gd name="T61" fmla="*/ 11 h 43"/>
                <a:gd name="T62" fmla="*/ 5 w 38"/>
                <a:gd name="T63" fmla="*/ 10 h 43"/>
                <a:gd name="T64" fmla="*/ 6 w 38"/>
                <a:gd name="T65" fmla="*/ 19 h 43"/>
                <a:gd name="T66" fmla="*/ 4 w 38"/>
                <a:gd name="T67" fmla="*/ 24 h 43"/>
                <a:gd name="T68" fmla="*/ 4 w 38"/>
                <a:gd name="T69" fmla="*/ 30 h 43"/>
                <a:gd name="T70" fmla="*/ 5 w 38"/>
                <a:gd name="T71" fmla="*/ 35 h 43"/>
                <a:gd name="T72" fmla="*/ 4 w 38"/>
                <a:gd name="T73" fmla="*/ 36 h 43"/>
                <a:gd name="T74" fmla="*/ 0 w 38"/>
                <a:gd name="T75" fmla="*/ 30 h 43"/>
                <a:gd name="T76" fmla="*/ 0 w 38"/>
                <a:gd name="T77" fmla="*/ 28 h 43"/>
                <a:gd name="T78" fmla="*/ 3 w 38"/>
                <a:gd name="T79" fmla="*/ 10 h 43"/>
                <a:gd name="T80" fmla="*/ 23 w 38"/>
                <a:gd name="T81" fmla="*/ 14 h 43"/>
                <a:gd name="T82" fmla="*/ 26 w 38"/>
                <a:gd name="T83" fmla="*/ 18 h 43"/>
                <a:gd name="T84" fmla="*/ 22 w 38"/>
                <a:gd name="T85" fmla="*/ 13 h 43"/>
                <a:gd name="T86" fmla="*/ 24 w 38"/>
                <a:gd name="T87" fmla="*/ 31 h 43"/>
                <a:gd name="T88" fmla="*/ 21 w 38"/>
                <a:gd name="T89" fmla="*/ 34 h 43"/>
                <a:gd name="T90" fmla="*/ 16 w 38"/>
                <a:gd name="T91" fmla="*/ 34 h 43"/>
                <a:gd name="T92" fmla="*/ 9 w 38"/>
                <a:gd name="T93" fmla="*/ 34 h 43"/>
                <a:gd name="T94" fmla="*/ 9 w 38"/>
                <a:gd name="T95" fmla="*/ 32 h 43"/>
                <a:gd name="T96" fmla="*/ 22 w 38"/>
                <a:gd name="T97" fmla="*/ 31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38" h="43">
                  <a:moveTo>
                    <a:pt x="28" y="0"/>
                  </a:moveTo>
                  <a:cubicBezTo>
                    <a:pt x="30" y="0"/>
                    <a:pt x="31" y="1"/>
                    <a:pt x="32" y="2"/>
                  </a:cubicBezTo>
                  <a:cubicBezTo>
                    <a:pt x="34" y="2"/>
                    <a:pt x="34" y="3"/>
                    <a:pt x="35" y="4"/>
                  </a:cubicBezTo>
                  <a:cubicBezTo>
                    <a:pt x="35" y="4"/>
                    <a:pt x="35" y="5"/>
                    <a:pt x="36" y="5"/>
                  </a:cubicBezTo>
                  <a:cubicBezTo>
                    <a:pt x="36" y="6"/>
                    <a:pt x="36" y="7"/>
                    <a:pt x="37" y="7"/>
                  </a:cubicBezTo>
                  <a:cubicBezTo>
                    <a:pt x="37" y="8"/>
                    <a:pt x="38" y="8"/>
                    <a:pt x="38" y="8"/>
                  </a:cubicBezTo>
                  <a:cubicBezTo>
                    <a:pt x="37" y="9"/>
                    <a:pt x="38" y="10"/>
                    <a:pt x="37" y="11"/>
                  </a:cubicBezTo>
                  <a:cubicBezTo>
                    <a:pt x="37" y="12"/>
                    <a:pt x="37" y="12"/>
                    <a:pt x="36" y="13"/>
                  </a:cubicBezTo>
                  <a:cubicBezTo>
                    <a:pt x="37" y="14"/>
                    <a:pt x="36" y="15"/>
                    <a:pt x="36" y="15"/>
                  </a:cubicBezTo>
                  <a:cubicBezTo>
                    <a:pt x="36" y="15"/>
                    <a:pt x="36" y="16"/>
                    <a:pt x="36" y="16"/>
                  </a:cubicBezTo>
                  <a:cubicBezTo>
                    <a:pt x="36" y="16"/>
                    <a:pt x="36" y="17"/>
                    <a:pt x="36" y="17"/>
                  </a:cubicBezTo>
                  <a:cubicBezTo>
                    <a:pt x="36" y="18"/>
                    <a:pt x="36" y="18"/>
                    <a:pt x="36" y="19"/>
                  </a:cubicBezTo>
                  <a:cubicBezTo>
                    <a:pt x="36" y="20"/>
                    <a:pt x="35" y="21"/>
                    <a:pt x="36" y="21"/>
                  </a:cubicBezTo>
                  <a:cubicBezTo>
                    <a:pt x="36" y="22"/>
                    <a:pt x="35" y="22"/>
                    <a:pt x="36" y="23"/>
                  </a:cubicBezTo>
                  <a:cubicBezTo>
                    <a:pt x="35" y="26"/>
                    <a:pt x="37" y="28"/>
                    <a:pt x="36" y="31"/>
                  </a:cubicBezTo>
                  <a:cubicBezTo>
                    <a:pt x="36" y="31"/>
                    <a:pt x="36" y="31"/>
                    <a:pt x="36" y="31"/>
                  </a:cubicBezTo>
                  <a:cubicBezTo>
                    <a:pt x="36" y="32"/>
                    <a:pt x="36" y="32"/>
                    <a:pt x="36" y="33"/>
                  </a:cubicBezTo>
                  <a:cubicBezTo>
                    <a:pt x="37" y="33"/>
                    <a:pt x="37" y="33"/>
                    <a:pt x="37" y="33"/>
                  </a:cubicBezTo>
                  <a:cubicBezTo>
                    <a:pt x="36" y="33"/>
                    <a:pt x="36" y="33"/>
                    <a:pt x="36" y="33"/>
                  </a:cubicBezTo>
                  <a:cubicBezTo>
                    <a:pt x="37" y="36"/>
                    <a:pt x="37" y="38"/>
                    <a:pt x="37" y="41"/>
                  </a:cubicBezTo>
                  <a:cubicBezTo>
                    <a:pt x="36" y="42"/>
                    <a:pt x="35" y="43"/>
                    <a:pt x="34" y="42"/>
                  </a:cubicBezTo>
                  <a:cubicBezTo>
                    <a:pt x="33" y="42"/>
                    <a:pt x="33" y="41"/>
                    <a:pt x="33" y="41"/>
                  </a:cubicBezTo>
                  <a:cubicBezTo>
                    <a:pt x="33" y="41"/>
                    <a:pt x="33" y="41"/>
                    <a:pt x="33" y="41"/>
                  </a:cubicBezTo>
                  <a:cubicBezTo>
                    <a:pt x="33" y="40"/>
                    <a:pt x="33" y="40"/>
                    <a:pt x="33" y="40"/>
                  </a:cubicBezTo>
                  <a:cubicBezTo>
                    <a:pt x="32" y="39"/>
                    <a:pt x="32" y="39"/>
                    <a:pt x="32" y="38"/>
                  </a:cubicBezTo>
                  <a:cubicBezTo>
                    <a:pt x="32" y="38"/>
                    <a:pt x="33" y="38"/>
                    <a:pt x="33" y="38"/>
                  </a:cubicBezTo>
                  <a:cubicBezTo>
                    <a:pt x="32" y="38"/>
                    <a:pt x="32" y="38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7"/>
                    <a:pt x="32" y="37"/>
                  </a:cubicBezTo>
                  <a:cubicBezTo>
                    <a:pt x="32" y="37"/>
                    <a:pt x="32" y="36"/>
                    <a:pt x="32" y="36"/>
                  </a:cubicBezTo>
                  <a:cubicBezTo>
                    <a:pt x="32" y="36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6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2" y="35"/>
                    <a:pt x="32" y="35"/>
                    <a:pt x="32" y="35"/>
                  </a:cubicBezTo>
                  <a:cubicBezTo>
                    <a:pt x="33" y="35"/>
                    <a:pt x="32" y="35"/>
                    <a:pt x="32" y="35"/>
                  </a:cubicBezTo>
                  <a:cubicBezTo>
                    <a:pt x="33" y="35"/>
                    <a:pt x="33" y="35"/>
                    <a:pt x="33" y="35"/>
                  </a:cubicBezTo>
                  <a:cubicBezTo>
                    <a:pt x="33" y="30"/>
                    <a:pt x="32" y="26"/>
                    <a:pt x="33" y="21"/>
                  </a:cubicBezTo>
                  <a:cubicBezTo>
                    <a:pt x="33" y="21"/>
                    <a:pt x="33" y="21"/>
                    <a:pt x="33" y="21"/>
                  </a:cubicBezTo>
                  <a:cubicBezTo>
                    <a:pt x="33" y="16"/>
                    <a:pt x="33" y="11"/>
                    <a:pt x="32" y="6"/>
                  </a:cubicBezTo>
                  <a:cubicBezTo>
                    <a:pt x="32" y="6"/>
                    <a:pt x="32" y="6"/>
                    <a:pt x="32" y="6"/>
                  </a:cubicBezTo>
                  <a:cubicBezTo>
                    <a:pt x="33" y="5"/>
                    <a:pt x="32" y="6"/>
                    <a:pt x="32" y="5"/>
                  </a:cubicBezTo>
                  <a:cubicBezTo>
                    <a:pt x="31" y="4"/>
                    <a:pt x="30" y="3"/>
                    <a:pt x="29" y="3"/>
                  </a:cubicBezTo>
                  <a:cubicBezTo>
                    <a:pt x="28" y="3"/>
                    <a:pt x="27" y="3"/>
                    <a:pt x="26" y="3"/>
                  </a:cubicBezTo>
                  <a:cubicBezTo>
                    <a:pt x="25" y="2"/>
                    <a:pt x="25" y="3"/>
                    <a:pt x="25" y="3"/>
                  </a:cubicBezTo>
                  <a:cubicBezTo>
                    <a:pt x="23" y="3"/>
                    <a:pt x="22" y="3"/>
                    <a:pt x="21" y="3"/>
                  </a:cubicBezTo>
                  <a:cubicBezTo>
                    <a:pt x="20" y="3"/>
                    <a:pt x="19" y="3"/>
                    <a:pt x="19" y="4"/>
                  </a:cubicBezTo>
                  <a:cubicBezTo>
                    <a:pt x="18" y="4"/>
                    <a:pt x="18" y="4"/>
                    <a:pt x="17" y="4"/>
                  </a:cubicBezTo>
                  <a:cubicBezTo>
                    <a:pt x="17" y="4"/>
                    <a:pt x="16" y="4"/>
                    <a:pt x="16" y="4"/>
                  </a:cubicBezTo>
                  <a:cubicBezTo>
                    <a:pt x="16" y="5"/>
                    <a:pt x="15" y="4"/>
                    <a:pt x="15" y="5"/>
                  </a:cubicBezTo>
                  <a:cubicBezTo>
                    <a:pt x="15" y="4"/>
                    <a:pt x="14" y="5"/>
                    <a:pt x="14" y="5"/>
                  </a:cubicBezTo>
                  <a:cubicBezTo>
                    <a:pt x="13" y="5"/>
                    <a:pt x="12" y="5"/>
                    <a:pt x="11" y="4"/>
                  </a:cubicBezTo>
                  <a:cubicBezTo>
                    <a:pt x="11" y="3"/>
                    <a:pt x="13" y="3"/>
                    <a:pt x="13" y="2"/>
                  </a:cubicBezTo>
                  <a:cubicBezTo>
                    <a:pt x="15" y="2"/>
                    <a:pt x="17" y="1"/>
                    <a:pt x="18" y="0"/>
                  </a:cubicBezTo>
                  <a:cubicBezTo>
                    <a:pt x="19" y="0"/>
                    <a:pt x="21" y="0"/>
                    <a:pt x="22" y="0"/>
                  </a:cubicBezTo>
                  <a:cubicBezTo>
                    <a:pt x="24" y="0"/>
                    <a:pt x="25" y="0"/>
                    <a:pt x="27" y="0"/>
                  </a:cubicBezTo>
                  <a:cubicBezTo>
                    <a:pt x="27" y="0"/>
                    <a:pt x="28" y="0"/>
                    <a:pt x="28" y="0"/>
                  </a:cubicBezTo>
                  <a:close/>
                  <a:moveTo>
                    <a:pt x="17" y="10"/>
                  </a:moveTo>
                  <a:cubicBezTo>
                    <a:pt x="18" y="11"/>
                    <a:pt x="17" y="13"/>
                    <a:pt x="17" y="14"/>
                  </a:cubicBezTo>
                  <a:cubicBezTo>
                    <a:pt x="17" y="14"/>
                    <a:pt x="17" y="14"/>
                    <a:pt x="17" y="14"/>
                  </a:cubicBezTo>
                  <a:cubicBezTo>
                    <a:pt x="18" y="15"/>
                    <a:pt x="18" y="15"/>
                    <a:pt x="19" y="15"/>
                  </a:cubicBezTo>
                  <a:cubicBezTo>
                    <a:pt x="19" y="16"/>
                    <a:pt x="21" y="16"/>
                    <a:pt x="20" y="17"/>
                  </a:cubicBezTo>
                  <a:cubicBezTo>
                    <a:pt x="20" y="18"/>
                    <a:pt x="18" y="19"/>
                    <a:pt x="17" y="19"/>
                  </a:cubicBezTo>
                  <a:cubicBezTo>
                    <a:pt x="17" y="20"/>
                    <a:pt x="16" y="20"/>
                    <a:pt x="17" y="21"/>
                  </a:cubicBezTo>
                  <a:cubicBezTo>
                    <a:pt x="18" y="21"/>
                    <a:pt x="19" y="21"/>
                    <a:pt x="20" y="21"/>
                  </a:cubicBezTo>
                  <a:cubicBezTo>
                    <a:pt x="20" y="21"/>
                    <a:pt x="21" y="20"/>
                    <a:pt x="21" y="21"/>
                  </a:cubicBezTo>
                  <a:cubicBezTo>
                    <a:pt x="22" y="21"/>
                    <a:pt x="22" y="21"/>
                    <a:pt x="22" y="22"/>
                  </a:cubicBezTo>
                  <a:cubicBezTo>
                    <a:pt x="22" y="22"/>
                    <a:pt x="23" y="22"/>
                    <a:pt x="22" y="23"/>
                  </a:cubicBezTo>
                  <a:cubicBezTo>
                    <a:pt x="22" y="23"/>
                    <a:pt x="23" y="23"/>
                    <a:pt x="23" y="24"/>
                  </a:cubicBezTo>
                  <a:cubicBezTo>
                    <a:pt x="23" y="25"/>
                    <a:pt x="22" y="25"/>
                    <a:pt x="21" y="25"/>
                  </a:cubicBezTo>
                  <a:cubicBezTo>
                    <a:pt x="21" y="25"/>
                    <a:pt x="20" y="25"/>
                    <a:pt x="20" y="25"/>
                  </a:cubicBezTo>
                  <a:cubicBezTo>
                    <a:pt x="20" y="26"/>
                    <a:pt x="19" y="25"/>
                    <a:pt x="19" y="26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19" y="27"/>
                    <a:pt x="18" y="26"/>
                    <a:pt x="17" y="26"/>
                  </a:cubicBezTo>
                  <a:cubicBezTo>
                    <a:pt x="17" y="27"/>
                    <a:pt x="16" y="26"/>
                    <a:pt x="15" y="27"/>
                  </a:cubicBezTo>
                  <a:cubicBezTo>
                    <a:pt x="15" y="26"/>
                    <a:pt x="15" y="27"/>
                    <a:pt x="14" y="27"/>
                  </a:cubicBezTo>
                  <a:cubicBezTo>
                    <a:pt x="14" y="27"/>
                    <a:pt x="13" y="27"/>
                    <a:pt x="13" y="27"/>
                  </a:cubicBezTo>
                  <a:cubicBezTo>
                    <a:pt x="12" y="27"/>
                    <a:pt x="11" y="27"/>
                    <a:pt x="10" y="26"/>
                  </a:cubicBezTo>
                  <a:cubicBezTo>
                    <a:pt x="10" y="26"/>
                    <a:pt x="10" y="25"/>
                    <a:pt x="10" y="24"/>
                  </a:cubicBezTo>
                  <a:cubicBezTo>
                    <a:pt x="9" y="24"/>
                    <a:pt x="10" y="23"/>
                    <a:pt x="10" y="23"/>
                  </a:cubicBezTo>
                  <a:cubicBezTo>
                    <a:pt x="10" y="22"/>
                    <a:pt x="9" y="21"/>
                    <a:pt x="10" y="21"/>
                  </a:cubicBezTo>
                  <a:cubicBezTo>
                    <a:pt x="9" y="20"/>
                    <a:pt x="11" y="20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9"/>
                    <a:pt x="9" y="19"/>
                    <a:pt x="9" y="18"/>
                  </a:cubicBezTo>
                  <a:cubicBezTo>
                    <a:pt x="8" y="17"/>
                    <a:pt x="8" y="17"/>
                    <a:pt x="8" y="17"/>
                  </a:cubicBezTo>
                  <a:cubicBezTo>
                    <a:pt x="8" y="16"/>
                    <a:pt x="9" y="16"/>
                    <a:pt x="9" y="16"/>
                  </a:cubicBezTo>
                  <a:cubicBezTo>
                    <a:pt x="10" y="16"/>
                    <a:pt x="11" y="16"/>
                    <a:pt x="12" y="15"/>
                  </a:cubicBezTo>
                  <a:cubicBezTo>
                    <a:pt x="13" y="15"/>
                    <a:pt x="15" y="15"/>
                    <a:pt x="15" y="14"/>
                  </a:cubicBezTo>
                  <a:cubicBezTo>
                    <a:pt x="15" y="13"/>
                    <a:pt x="15" y="12"/>
                    <a:pt x="15" y="12"/>
                  </a:cubicBezTo>
                  <a:cubicBezTo>
                    <a:pt x="14" y="13"/>
                    <a:pt x="13" y="12"/>
                    <a:pt x="12" y="12"/>
                  </a:cubicBezTo>
                  <a:cubicBezTo>
                    <a:pt x="13" y="11"/>
                    <a:pt x="12" y="11"/>
                    <a:pt x="12" y="11"/>
                  </a:cubicBezTo>
                  <a:cubicBezTo>
                    <a:pt x="13" y="10"/>
                    <a:pt x="15" y="9"/>
                    <a:pt x="16" y="10"/>
                  </a:cubicBezTo>
                  <a:lnTo>
                    <a:pt x="17" y="10"/>
                  </a:lnTo>
                  <a:close/>
                  <a:moveTo>
                    <a:pt x="5" y="10"/>
                  </a:moveTo>
                  <a:cubicBezTo>
                    <a:pt x="5" y="11"/>
                    <a:pt x="6" y="12"/>
                    <a:pt x="6" y="12"/>
                  </a:cubicBezTo>
                  <a:cubicBezTo>
                    <a:pt x="6" y="13"/>
                    <a:pt x="6" y="14"/>
                    <a:pt x="6" y="15"/>
                  </a:cubicBezTo>
                  <a:cubicBezTo>
                    <a:pt x="6" y="16"/>
                    <a:pt x="6" y="17"/>
                    <a:pt x="6" y="19"/>
                  </a:cubicBezTo>
                  <a:cubicBezTo>
                    <a:pt x="6" y="20"/>
                    <a:pt x="5" y="20"/>
                    <a:pt x="5" y="21"/>
                  </a:cubicBezTo>
                  <a:cubicBezTo>
                    <a:pt x="5" y="22"/>
                    <a:pt x="5" y="22"/>
                    <a:pt x="4" y="22"/>
                  </a:cubicBezTo>
                  <a:cubicBezTo>
                    <a:pt x="5" y="23"/>
                    <a:pt x="5" y="24"/>
                    <a:pt x="4" y="24"/>
                  </a:cubicBezTo>
                  <a:cubicBezTo>
                    <a:pt x="5" y="25"/>
                    <a:pt x="4" y="25"/>
                    <a:pt x="4" y="26"/>
                  </a:cubicBezTo>
                  <a:cubicBezTo>
                    <a:pt x="4" y="26"/>
                    <a:pt x="4" y="26"/>
                    <a:pt x="4" y="26"/>
                  </a:cubicBezTo>
                  <a:cubicBezTo>
                    <a:pt x="4" y="28"/>
                    <a:pt x="5" y="28"/>
                    <a:pt x="4" y="30"/>
                  </a:cubicBezTo>
                  <a:cubicBezTo>
                    <a:pt x="5" y="31"/>
                    <a:pt x="5" y="31"/>
                    <a:pt x="5" y="32"/>
                  </a:cubicBezTo>
                  <a:cubicBezTo>
                    <a:pt x="5" y="32"/>
                    <a:pt x="5" y="33"/>
                    <a:pt x="6" y="34"/>
                  </a:cubicBezTo>
                  <a:cubicBezTo>
                    <a:pt x="6" y="35"/>
                    <a:pt x="5" y="35"/>
                    <a:pt x="5" y="35"/>
                  </a:cubicBezTo>
                  <a:cubicBezTo>
                    <a:pt x="5" y="35"/>
                    <a:pt x="5" y="35"/>
                    <a:pt x="5" y="36"/>
                  </a:cubicBezTo>
                  <a:cubicBezTo>
                    <a:pt x="5" y="36"/>
                    <a:pt x="5" y="36"/>
                    <a:pt x="5" y="36"/>
                  </a:cubicBezTo>
                  <a:cubicBezTo>
                    <a:pt x="5" y="36"/>
                    <a:pt x="4" y="36"/>
                    <a:pt x="4" y="36"/>
                  </a:cubicBezTo>
                  <a:cubicBezTo>
                    <a:pt x="3" y="35"/>
                    <a:pt x="2" y="35"/>
                    <a:pt x="2" y="34"/>
                  </a:cubicBezTo>
                  <a:cubicBezTo>
                    <a:pt x="1" y="33"/>
                    <a:pt x="2" y="32"/>
                    <a:pt x="1" y="31"/>
                  </a:cubicBezTo>
                  <a:cubicBezTo>
                    <a:pt x="1" y="30"/>
                    <a:pt x="0" y="30"/>
                    <a:pt x="0" y="30"/>
                  </a:cubicBezTo>
                  <a:cubicBezTo>
                    <a:pt x="0" y="29"/>
                    <a:pt x="1" y="29"/>
                    <a:pt x="1" y="29"/>
                  </a:cubicBezTo>
                  <a:cubicBezTo>
                    <a:pt x="0" y="29"/>
                    <a:pt x="1" y="28"/>
                    <a:pt x="0" y="28"/>
                  </a:cubicBezTo>
                  <a:cubicBezTo>
                    <a:pt x="0" y="28"/>
                    <a:pt x="0" y="28"/>
                    <a:pt x="0" y="28"/>
                  </a:cubicBezTo>
                  <a:cubicBezTo>
                    <a:pt x="0" y="24"/>
                    <a:pt x="0" y="22"/>
                    <a:pt x="1" y="19"/>
                  </a:cubicBezTo>
                  <a:cubicBezTo>
                    <a:pt x="1" y="19"/>
                    <a:pt x="1" y="19"/>
                    <a:pt x="1" y="18"/>
                  </a:cubicBezTo>
                  <a:cubicBezTo>
                    <a:pt x="1" y="15"/>
                    <a:pt x="3" y="13"/>
                    <a:pt x="3" y="10"/>
                  </a:cubicBezTo>
                  <a:cubicBezTo>
                    <a:pt x="3" y="10"/>
                    <a:pt x="3" y="9"/>
                    <a:pt x="4" y="9"/>
                  </a:cubicBezTo>
                  <a:cubicBezTo>
                    <a:pt x="4" y="9"/>
                    <a:pt x="5" y="10"/>
                    <a:pt x="5" y="10"/>
                  </a:cubicBezTo>
                  <a:close/>
                  <a:moveTo>
                    <a:pt x="23" y="14"/>
                  </a:moveTo>
                  <a:cubicBezTo>
                    <a:pt x="23" y="13"/>
                    <a:pt x="23" y="14"/>
                    <a:pt x="23" y="14"/>
                  </a:cubicBezTo>
                  <a:cubicBezTo>
                    <a:pt x="25" y="14"/>
                    <a:pt x="27" y="15"/>
                    <a:pt x="27" y="16"/>
                  </a:cubicBezTo>
                  <a:cubicBezTo>
                    <a:pt x="27" y="17"/>
                    <a:pt x="26" y="17"/>
                    <a:pt x="26" y="18"/>
                  </a:cubicBezTo>
                  <a:cubicBezTo>
                    <a:pt x="25" y="18"/>
                    <a:pt x="25" y="18"/>
                    <a:pt x="24" y="18"/>
                  </a:cubicBezTo>
                  <a:cubicBezTo>
                    <a:pt x="23" y="16"/>
                    <a:pt x="22" y="15"/>
                    <a:pt x="21" y="14"/>
                  </a:cubicBezTo>
                  <a:cubicBezTo>
                    <a:pt x="21" y="13"/>
                    <a:pt x="22" y="13"/>
                    <a:pt x="22" y="13"/>
                  </a:cubicBezTo>
                  <a:lnTo>
                    <a:pt x="23" y="14"/>
                  </a:lnTo>
                  <a:close/>
                  <a:moveTo>
                    <a:pt x="22" y="31"/>
                  </a:moveTo>
                  <a:cubicBezTo>
                    <a:pt x="23" y="31"/>
                    <a:pt x="24" y="30"/>
                    <a:pt x="24" y="31"/>
                  </a:cubicBezTo>
                  <a:cubicBezTo>
                    <a:pt x="24" y="31"/>
                    <a:pt x="24" y="32"/>
                    <a:pt x="24" y="32"/>
                  </a:cubicBezTo>
                  <a:cubicBezTo>
                    <a:pt x="23" y="32"/>
                    <a:pt x="24" y="33"/>
                    <a:pt x="23" y="33"/>
                  </a:cubicBezTo>
                  <a:cubicBezTo>
                    <a:pt x="23" y="34"/>
                    <a:pt x="22" y="34"/>
                    <a:pt x="21" y="34"/>
                  </a:cubicBezTo>
                  <a:cubicBezTo>
                    <a:pt x="21" y="34"/>
                    <a:pt x="21" y="34"/>
                    <a:pt x="20" y="34"/>
                  </a:cubicBezTo>
                  <a:cubicBezTo>
                    <a:pt x="20" y="34"/>
                    <a:pt x="20" y="34"/>
                    <a:pt x="20" y="34"/>
                  </a:cubicBezTo>
                  <a:cubicBezTo>
                    <a:pt x="18" y="34"/>
                    <a:pt x="17" y="33"/>
                    <a:pt x="16" y="34"/>
                  </a:cubicBezTo>
                  <a:cubicBezTo>
                    <a:pt x="16" y="34"/>
                    <a:pt x="15" y="34"/>
                    <a:pt x="14" y="34"/>
                  </a:cubicBezTo>
                  <a:cubicBezTo>
                    <a:pt x="13" y="35"/>
                    <a:pt x="12" y="35"/>
                    <a:pt x="11" y="34"/>
                  </a:cubicBezTo>
                  <a:cubicBezTo>
                    <a:pt x="10" y="34"/>
                    <a:pt x="10" y="34"/>
                    <a:pt x="9" y="34"/>
                  </a:cubicBezTo>
                  <a:cubicBezTo>
                    <a:pt x="9" y="34"/>
                    <a:pt x="9" y="33"/>
                    <a:pt x="8" y="33"/>
                  </a:cubicBezTo>
                  <a:cubicBezTo>
                    <a:pt x="8" y="33"/>
                    <a:pt x="8" y="33"/>
                    <a:pt x="8" y="33"/>
                  </a:cubicBezTo>
                  <a:cubicBezTo>
                    <a:pt x="8" y="32"/>
                    <a:pt x="9" y="32"/>
                    <a:pt x="9" y="32"/>
                  </a:cubicBezTo>
                  <a:cubicBezTo>
                    <a:pt x="10" y="31"/>
                    <a:pt x="11" y="31"/>
                    <a:pt x="12" y="31"/>
                  </a:cubicBezTo>
                  <a:cubicBezTo>
                    <a:pt x="15" y="31"/>
                    <a:pt x="17" y="30"/>
                    <a:pt x="20" y="30"/>
                  </a:cubicBezTo>
                  <a:cubicBezTo>
                    <a:pt x="20" y="31"/>
                    <a:pt x="22" y="31"/>
                    <a:pt x="22" y="3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Freeform 16"/>
            <p:cNvSpPr>
              <a:spLocks noEditPoints="1"/>
            </p:cNvSpPr>
            <p:nvPr/>
          </p:nvSpPr>
          <p:spPr bwMode="auto">
            <a:xfrm>
              <a:off x="5537" y="4091"/>
              <a:ext cx="202" cy="222"/>
            </a:xfrm>
            <a:custGeom>
              <a:avLst/>
              <a:gdLst>
                <a:gd name="T0" fmla="*/ 43 w 78"/>
                <a:gd name="T1" fmla="*/ 32 h 83"/>
                <a:gd name="T2" fmla="*/ 45 w 78"/>
                <a:gd name="T3" fmla="*/ 40 h 83"/>
                <a:gd name="T4" fmla="*/ 62 w 78"/>
                <a:gd name="T5" fmla="*/ 67 h 83"/>
                <a:gd name="T6" fmla="*/ 69 w 78"/>
                <a:gd name="T7" fmla="*/ 67 h 83"/>
                <a:gd name="T8" fmla="*/ 71 w 78"/>
                <a:gd name="T9" fmla="*/ 66 h 83"/>
                <a:gd name="T10" fmla="*/ 73 w 78"/>
                <a:gd name="T11" fmla="*/ 62 h 83"/>
                <a:gd name="T12" fmla="*/ 75 w 78"/>
                <a:gd name="T13" fmla="*/ 66 h 83"/>
                <a:gd name="T14" fmla="*/ 76 w 78"/>
                <a:gd name="T15" fmla="*/ 68 h 83"/>
                <a:gd name="T16" fmla="*/ 77 w 78"/>
                <a:gd name="T17" fmla="*/ 72 h 83"/>
                <a:gd name="T18" fmla="*/ 78 w 78"/>
                <a:gd name="T19" fmla="*/ 74 h 83"/>
                <a:gd name="T20" fmla="*/ 78 w 78"/>
                <a:gd name="T21" fmla="*/ 79 h 83"/>
                <a:gd name="T22" fmla="*/ 59 w 78"/>
                <a:gd name="T23" fmla="*/ 76 h 83"/>
                <a:gd name="T24" fmla="*/ 35 w 78"/>
                <a:gd name="T25" fmla="*/ 53 h 83"/>
                <a:gd name="T26" fmla="*/ 19 w 78"/>
                <a:gd name="T27" fmla="*/ 66 h 83"/>
                <a:gd name="T28" fmla="*/ 5 w 78"/>
                <a:gd name="T29" fmla="*/ 73 h 83"/>
                <a:gd name="T30" fmla="*/ 0 w 78"/>
                <a:gd name="T31" fmla="*/ 63 h 83"/>
                <a:gd name="T32" fmla="*/ 2 w 78"/>
                <a:gd name="T33" fmla="*/ 53 h 83"/>
                <a:gd name="T34" fmla="*/ 3 w 78"/>
                <a:gd name="T35" fmla="*/ 38 h 83"/>
                <a:gd name="T36" fmla="*/ 2 w 78"/>
                <a:gd name="T37" fmla="*/ 33 h 83"/>
                <a:gd name="T38" fmla="*/ 5 w 78"/>
                <a:gd name="T39" fmla="*/ 17 h 83"/>
                <a:gd name="T40" fmla="*/ 10 w 78"/>
                <a:gd name="T41" fmla="*/ 14 h 83"/>
                <a:gd name="T42" fmla="*/ 11 w 78"/>
                <a:gd name="T43" fmla="*/ 35 h 83"/>
                <a:gd name="T44" fmla="*/ 24 w 78"/>
                <a:gd name="T45" fmla="*/ 31 h 83"/>
                <a:gd name="T46" fmla="*/ 18 w 78"/>
                <a:gd name="T47" fmla="*/ 22 h 83"/>
                <a:gd name="T48" fmla="*/ 29 w 78"/>
                <a:gd name="T49" fmla="*/ 15 h 83"/>
                <a:gd name="T50" fmla="*/ 26 w 78"/>
                <a:gd name="T51" fmla="*/ 12 h 83"/>
                <a:gd name="T52" fmla="*/ 15 w 78"/>
                <a:gd name="T53" fmla="*/ 12 h 83"/>
                <a:gd name="T54" fmla="*/ 26 w 78"/>
                <a:gd name="T55" fmla="*/ 4 h 83"/>
                <a:gd name="T56" fmla="*/ 45 w 78"/>
                <a:gd name="T57" fmla="*/ 0 h 83"/>
                <a:gd name="T58" fmla="*/ 50 w 78"/>
                <a:gd name="T59" fmla="*/ 7 h 83"/>
                <a:gd name="T60" fmla="*/ 47 w 78"/>
                <a:gd name="T61" fmla="*/ 18 h 83"/>
                <a:gd name="T62" fmla="*/ 52 w 78"/>
                <a:gd name="T63" fmla="*/ 23 h 83"/>
                <a:gd name="T64" fmla="*/ 35 w 78"/>
                <a:gd name="T65" fmla="*/ 24 h 83"/>
                <a:gd name="T66" fmla="*/ 74 w 78"/>
                <a:gd name="T67" fmla="*/ 39 h 83"/>
                <a:gd name="T68" fmla="*/ 72 w 78"/>
                <a:gd name="T69" fmla="*/ 33 h 83"/>
                <a:gd name="T70" fmla="*/ 72 w 78"/>
                <a:gd name="T71" fmla="*/ 31 h 83"/>
                <a:gd name="T72" fmla="*/ 71 w 78"/>
                <a:gd name="T73" fmla="*/ 35 h 83"/>
                <a:gd name="T74" fmla="*/ 70 w 78"/>
                <a:gd name="T75" fmla="*/ 46 h 83"/>
                <a:gd name="T76" fmla="*/ 71 w 78"/>
                <a:gd name="T77" fmla="*/ 50 h 83"/>
                <a:gd name="T78" fmla="*/ 69 w 78"/>
                <a:gd name="T79" fmla="*/ 57 h 83"/>
                <a:gd name="T80" fmla="*/ 68 w 78"/>
                <a:gd name="T81" fmla="*/ 50 h 83"/>
                <a:gd name="T82" fmla="*/ 69 w 78"/>
                <a:gd name="T83" fmla="*/ 43 h 83"/>
                <a:gd name="T84" fmla="*/ 70 w 78"/>
                <a:gd name="T85" fmla="*/ 32 h 83"/>
                <a:gd name="T86" fmla="*/ 33 w 78"/>
                <a:gd name="T87" fmla="*/ 42 h 83"/>
                <a:gd name="T88" fmla="*/ 12 w 78"/>
                <a:gd name="T89" fmla="*/ 60 h 83"/>
                <a:gd name="T90" fmla="*/ 9 w 78"/>
                <a:gd name="T91" fmla="*/ 52 h 83"/>
                <a:gd name="T92" fmla="*/ 23 w 78"/>
                <a:gd name="T93" fmla="*/ 43 h 83"/>
                <a:gd name="T94" fmla="*/ 34 w 78"/>
                <a:gd name="T95" fmla="*/ 41 h 83"/>
                <a:gd name="T96" fmla="*/ 74 w 78"/>
                <a:gd name="T97" fmla="*/ 48 h 83"/>
                <a:gd name="T98" fmla="*/ 72 w 78"/>
                <a:gd name="T99" fmla="*/ 53 h 83"/>
                <a:gd name="T100" fmla="*/ 72 w 78"/>
                <a:gd name="T101" fmla="*/ 48 h 83"/>
                <a:gd name="T102" fmla="*/ 73 w 78"/>
                <a:gd name="T103" fmla="*/ 45 h 83"/>
                <a:gd name="T104" fmla="*/ 70 w 78"/>
                <a:gd name="T105" fmla="*/ 54 h 83"/>
                <a:gd name="T106" fmla="*/ 70 w 78"/>
                <a:gd name="T107" fmla="*/ 66 h 83"/>
                <a:gd name="T108" fmla="*/ 72 w 78"/>
                <a:gd name="T109" fmla="*/ 67 h 83"/>
                <a:gd name="T110" fmla="*/ 74 w 78"/>
                <a:gd name="T111" fmla="*/ 69 h 83"/>
                <a:gd name="T112" fmla="*/ 76 w 78"/>
                <a:gd name="T113" fmla="*/ 76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78" h="83">
                  <a:moveTo>
                    <a:pt x="52" y="23"/>
                  </a:moveTo>
                  <a:cubicBezTo>
                    <a:pt x="53" y="26"/>
                    <a:pt x="52" y="27"/>
                    <a:pt x="51" y="28"/>
                  </a:cubicBezTo>
                  <a:cubicBezTo>
                    <a:pt x="51" y="31"/>
                    <a:pt x="48" y="30"/>
                    <a:pt x="46" y="31"/>
                  </a:cubicBezTo>
                  <a:cubicBezTo>
                    <a:pt x="45" y="31"/>
                    <a:pt x="44" y="33"/>
                    <a:pt x="43" y="32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0" y="31"/>
                    <a:pt x="40" y="34"/>
                    <a:pt x="39" y="34"/>
                  </a:cubicBezTo>
                  <a:cubicBezTo>
                    <a:pt x="40" y="36"/>
                    <a:pt x="40" y="38"/>
                    <a:pt x="42" y="39"/>
                  </a:cubicBezTo>
                  <a:cubicBezTo>
                    <a:pt x="43" y="39"/>
                    <a:pt x="44" y="40"/>
                    <a:pt x="45" y="40"/>
                  </a:cubicBezTo>
                  <a:cubicBezTo>
                    <a:pt x="44" y="41"/>
                    <a:pt x="45" y="42"/>
                    <a:pt x="44" y="43"/>
                  </a:cubicBezTo>
                  <a:cubicBezTo>
                    <a:pt x="45" y="45"/>
                    <a:pt x="47" y="47"/>
                    <a:pt x="49" y="49"/>
                  </a:cubicBezTo>
                  <a:cubicBezTo>
                    <a:pt x="50" y="50"/>
                    <a:pt x="49" y="53"/>
                    <a:pt x="51" y="53"/>
                  </a:cubicBezTo>
                  <a:cubicBezTo>
                    <a:pt x="54" y="58"/>
                    <a:pt x="58" y="62"/>
                    <a:pt x="62" y="67"/>
                  </a:cubicBezTo>
                  <a:cubicBezTo>
                    <a:pt x="64" y="69"/>
                    <a:pt x="66" y="71"/>
                    <a:pt x="68" y="72"/>
                  </a:cubicBezTo>
                  <a:cubicBezTo>
                    <a:pt x="69" y="71"/>
                    <a:pt x="69" y="71"/>
                    <a:pt x="69" y="71"/>
                  </a:cubicBezTo>
                  <a:cubicBezTo>
                    <a:pt x="68" y="70"/>
                    <a:pt x="69" y="69"/>
                    <a:pt x="68" y="67"/>
                  </a:cubicBezTo>
                  <a:cubicBezTo>
                    <a:pt x="69" y="67"/>
                    <a:pt x="69" y="67"/>
                    <a:pt x="69" y="67"/>
                  </a:cubicBezTo>
                  <a:cubicBezTo>
                    <a:pt x="68" y="66"/>
                    <a:pt x="69" y="64"/>
                    <a:pt x="68" y="63"/>
                  </a:cubicBezTo>
                  <a:cubicBezTo>
                    <a:pt x="69" y="60"/>
                    <a:pt x="69" y="60"/>
                    <a:pt x="69" y="60"/>
                  </a:cubicBezTo>
                  <a:cubicBezTo>
                    <a:pt x="69" y="61"/>
                    <a:pt x="70" y="62"/>
                    <a:pt x="71" y="62"/>
                  </a:cubicBezTo>
                  <a:cubicBezTo>
                    <a:pt x="71" y="63"/>
                    <a:pt x="71" y="65"/>
                    <a:pt x="71" y="66"/>
                  </a:cubicBezTo>
                  <a:cubicBezTo>
                    <a:pt x="73" y="66"/>
                    <a:pt x="71" y="64"/>
                    <a:pt x="72" y="63"/>
                  </a:cubicBezTo>
                  <a:cubicBezTo>
                    <a:pt x="72" y="62"/>
                    <a:pt x="70" y="60"/>
                    <a:pt x="72" y="59"/>
                  </a:cubicBezTo>
                  <a:cubicBezTo>
                    <a:pt x="73" y="60"/>
                    <a:pt x="72" y="61"/>
                    <a:pt x="73" y="61"/>
                  </a:cubicBezTo>
                  <a:cubicBezTo>
                    <a:pt x="73" y="62"/>
                    <a:pt x="73" y="62"/>
                    <a:pt x="73" y="62"/>
                  </a:cubicBezTo>
                  <a:cubicBezTo>
                    <a:pt x="73" y="63"/>
                    <a:pt x="73" y="63"/>
                    <a:pt x="73" y="63"/>
                  </a:cubicBezTo>
                  <a:cubicBezTo>
                    <a:pt x="73" y="64"/>
                    <a:pt x="74" y="65"/>
                    <a:pt x="73" y="67"/>
                  </a:cubicBezTo>
                  <a:cubicBezTo>
                    <a:pt x="73" y="67"/>
                    <a:pt x="74" y="67"/>
                    <a:pt x="74" y="68"/>
                  </a:cubicBezTo>
                  <a:cubicBezTo>
                    <a:pt x="75" y="67"/>
                    <a:pt x="75" y="67"/>
                    <a:pt x="75" y="66"/>
                  </a:cubicBezTo>
                  <a:cubicBezTo>
                    <a:pt x="75" y="67"/>
                    <a:pt x="75" y="69"/>
                    <a:pt x="77" y="68"/>
                  </a:cubicBezTo>
                  <a:cubicBezTo>
                    <a:pt x="78" y="68"/>
                    <a:pt x="77" y="69"/>
                    <a:pt x="78" y="69"/>
                  </a:cubicBezTo>
                  <a:cubicBezTo>
                    <a:pt x="78" y="70"/>
                    <a:pt x="77" y="70"/>
                    <a:pt x="77" y="70"/>
                  </a:cubicBezTo>
                  <a:cubicBezTo>
                    <a:pt x="76" y="69"/>
                    <a:pt x="77" y="69"/>
                    <a:pt x="76" y="68"/>
                  </a:cubicBezTo>
                  <a:cubicBezTo>
                    <a:pt x="75" y="69"/>
                    <a:pt x="75" y="70"/>
                    <a:pt x="76" y="71"/>
                  </a:cubicBezTo>
                  <a:cubicBezTo>
                    <a:pt x="76" y="71"/>
                    <a:pt x="76" y="71"/>
                    <a:pt x="76" y="71"/>
                  </a:cubicBezTo>
                  <a:cubicBezTo>
                    <a:pt x="76" y="71"/>
                    <a:pt x="77" y="71"/>
                    <a:pt x="77" y="71"/>
                  </a:cubicBezTo>
                  <a:cubicBezTo>
                    <a:pt x="77" y="71"/>
                    <a:pt x="77" y="72"/>
                    <a:pt x="77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78" y="73"/>
                    <a:pt x="78" y="73"/>
                    <a:pt x="78" y="73"/>
                  </a:cubicBezTo>
                  <a:cubicBezTo>
                    <a:pt x="77" y="73"/>
                    <a:pt x="77" y="73"/>
                    <a:pt x="77" y="73"/>
                  </a:cubicBezTo>
                  <a:cubicBezTo>
                    <a:pt x="76" y="73"/>
                    <a:pt x="77" y="74"/>
                    <a:pt x="78" y="74"/>
                  </a:cubicBezTo>
                  <a:cubicBezTo>
                    <a:pt x="78" y="74"/>
                    <a:pt x="78" y="74"/>
                    <a:pt x="78" y="74"/>
                  </a:cubicBezTo>
                  <a:cubicBezTo>
                    <a:pt x="78" y="75"/>
                    <a:pt x="77" y="75"/>
                    <a:pt x="77" y="77"/>
                  </a:cubicBezTo>
                  <a:cubicBezTo>
                    <a:pt x="77" y="77"/>
                    <a:pt x="77" y="77"/>
                    <a:pt x="77" y="77"/>
                  </a:cubicBezTo>
                  <a:cubicBezTo>
                    <a:pt x="78" y="77"/>
                    <a:pt x="77" y="78"/>
                    <a:pt x="78" y="79"/>
                  </a:cubicBezTo>
                  <a:cubicBezTo>
                    <a:pt x="78" y="80"/>
                    <a:pt x="77" y="80"/>
                    <a:pt x="78" y="80"/>
                  </a:cubicBezTo>
                  <a:cubicBezTo>
                    <a:pt x="77" y="81"/>
                    <a:pt x="77" y="83"/>
                    <a:pt x="75" y="82"/>
                  </a:cubicBezTo>
                  <a:cubicBezTo>
                    <a:pt x="74" y="83"/>
                    <a:pt x="72" y="82"/>
                    <a:pt x="70" y="82"/>
                  </a:cubicBezTo>
                  <a:cubicBezTo>
                    <a:pt x="66" y="81"/>
                    <a:pt x="63" y="78"/>
                    <a:pt x="59" y="76"/>
                  </a:cubicBezTo>
                  <a:cubicBezTo>
                    <a:pt x="59" y="75"/>
                    <a:pt x="58" y="75"/>
                    <a:pt x="57" y="74"/>
                  </a:cubicBezTo>
                  <a:cubicBezTo>
                    <a:pt x="50" y="67"/>
                    <a:pt x="45" y="59"/>
                    <a:pt x="40" y="50"/>
                  </a:cubicBezTo>
                  <a:cubicBezTo>
                    <a:pt x="40" y="50"/>
                    <a:pt x="39" y="49"/>
                    <a:pt x="39" y="50"/>
                  </a:cubicBezTo>
                  <a:cubicBezTo>
                    <a:pt x="37" y="51"/>
                    <a:pt x="36" y="52"/>
                    <a:pt x="35" y="53"/>
                  </a:cubicBezTo>
                  <a:cubicBezTo>
                    <a:pt x="34" y="54"/>
                    <a:pt x="32" y="55"/>
                    <a:pt x="32" y="56"/>
                  </a:cubicBezTo>
                  <a:cubicBezTo>
                    <a:pt x="29" y="58"/>
                    <a:pt x="27" y="61"/>
                    <a:pt x="24" y="62"/>
                  </a:cubicBezTo>
                  <a:cubicBezTo>
                    <a:pt x="22" y="63"/>
                    <a:pt x="21" y="65"/>
                    <a:pt x="18" y="65"/>
                  </a:cubicBezTo>
                  <a:cubicBezTo>
                    <a:pt x="18" y="66"/>
                    <a:pt x="19" y="66"/>
                    <a:pt x="19" y="66"/>
                  </a:cubicBezTo>
                  <a:cubicBezTo>
                    <a:pt x="18" y="67"/>
                    <a:pt x="16" y="67"/>
                    <a:pt x="15" y="68"/>
                  </a:cubicBezTo>
                  <a:cubicBezTo>
                    <a:pt x="14" y="68"/>
                    <a:pt x="14" y="69"/>
                    <a:pt x="12" y="69"/>
                  </a:cubicBezTo>
                  <a:cubicBezTo>
                    <a:pt x="12" y="70"/>
                    <a:pt x="10" y="71"/>
                    <a:pt x="9" y="73"/>
                  </a:cubicBezTo>
                  <a:cubicBezTo>
                    <a:pt x="8" y="73"/>
                    <a:pt x="7" y="72"/>
                    <a:pt x="5" y="73"/>
                  </a:cubicBezTo>
                  <a:cubicBezTo>
                    <a:pt x="5" y="71"/>
                    <a:pt x="3" y="71"/>
                    <a:pt x="3" y="70"/>
                  </a:cubicBezTo>
                  <a:cubicBezTo>
                    <a:pt x="2" y="69"/>
                    <a:pt x="1" y="68"/>
                    <a:pt x="0" y="67"/>
                  </a:cubicBezTo>
                  <a:cubicBezTo>
                    <a:pt x="0" y="66"/>
                    <a:pt x="0" y="65"/>
                    <a:pt x="0" y="65"/>
                  </a:cubicBezTo>
                  <a:cubicBezTo>
                    <a:pt x="0" y="64"/>
                    <a:pt x="1" y="64"/>
                    <a:pt x="0" y="63"/>
                  </a:cubicBezTo>
                  <a:cubicBezTo>
                    <a:pt x="1" y="61"/>
                    <a:pt x="1" y="59"/>
                    <a:pt x="1" y="56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5"/>
                    <a:pt x="1" y="55"/>
                    <a:pt x="1" y="55"/>
                  </a:cubicBezTo>
                  <a:cubicBezTo>
                    <a:pt x="1" y="54"/>
                    <a:pt x="2" y="53"/>
                    <a:pt x="2" y="53"/>
                  </a:cubicBezTo>
                  <a:cubicBezTo>
                    <a:pt x="3" y="49"/>
                    <a:pt x="2" y="46"/>
                    <a:pt x="3" y="43"/>
                  </a:cubicBezTo>
                  <a:cubicBezTo>
                    <a:pt x="2" y="43"/>
                    <a:pt x="2" y="43"/>
                    <a:pt x="2" y="43"/>
                  </a:cubicBezTo>
                  <a:cubicBezTo>
                    <a:pt x="3" y="42"/>
                    <a:pt x="2" y="42"/>
                    <a:pt x="2" y="42"/>
                  </a:cubicBezTo>
                  <a:cubicBezTo>
                    <a:pt x="3" y="41"/>
                    <a:pt x="2" y="40"/>
                    <a:pt x="3" y="38"/>
                  </a:cubicBezTo>
                  <a:cubicBezTo>
                    <a:pt x="2" y="38"/>
                    <a:pt x="2" y="38"/>
                    <a:pt x="2" y="37"/>
                  </a:cubicBezTo>
                  <a:cubicBezTo>
                    <a:pt x="3" y="37"/>
                    <a:pt x="3" y="36"/>
                    <a:pt x="3" y="35"/>
                  </a:cubicBezTo>
                  <a:cubicBezTo>
                    <a:pt x="3" y="35"/>
                    <a:pt x="3" y="34"/>
                    <a:pt x="3" y="34"/>
                  </a:cubicBezTo>
                  <a:cubicBezTo>
                    <a:pt x="2" y="33"/>
                    <a:pt x="2" y="33"/>
                    <a:pt x="2" y="33"/>
                  </a:cubicBezTo>
                  <a:cubicBezTo>
                    <a:pt x="3" y="33"/>
                    <a:pt x="3" y="33"/>
                    <a:pt x="3" y="33"/>
                  </a:cubicBezTo>
                  <a:cubicBezTo>
                    <a:pt x="4" y="30"/>
                    <a:pt x="2" y="27"/>
                    <a:pt x="4" y="24"/>
                  </a:cubicBezTo>
                  <a:cubicBezTo>
                    <a:pt x="3" y="23"/>
                    <a:pt x="4" y="22"/>
                    <a:pt x="4" y="21"/>
                  </a:cubicBezTo>
                  <a:cubicBezTo>
                    <a:pt x="4" y="20"/>
                    <a:pt x="4" y="18"/>
                    <a:pt x="5" y="17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6"/>
                    <a:pt x="5" y="16"/>
                    <a:pt x="5" y="16"/>
                  </a:cubicBezTo>
                  <a:cubicBezTo>
                    <a:pt x="5" y="15"/>
                    <a:pt x="6" y="15"/>
                    <a:pt x="7" y="15"/>
                  </a:cubicBezTo>
                  <a:cubicBezTo>
                    <a:pt x="8" y="14"/>
                    <a:pt x="9" y="14"/>
                    <a:pt x="10" y="14"/>
                  </a:cubicBezTo>
                  <a:cubicBezTo>
                    <a:pt x="13" y="16"/>
                    <a:pt x="14" y="19"/>
                    <a:pt x="15" y="21"/>
                  </a:cubicBezTo>
                  <a:cubicBezTo>
                    <a:pt x="14" y="22"/>
                    <a:pt x="16" y="23"/>
                    <a:pt x="15" y="24"/>
                  </a:cubicBezTo>
                  <a:cubicBezTo>
                    <a:pt x="15" y="26"/>
                    <a:pt x="15" y="29"/>
                    <a:pt x="13" y="30"/>
                  </a:cubicBezTo>
                  <a:cubicBezTo>
                    <a:pt x="12" y="32"/>
                    <a:pt x="14" y="34"/>
                    <a:pt x="11" y="35"/>
                  </a:cubicBezTo>
                  <a:cubicBezTo>
                    <a:pt x="11" y="36"/>
                    <a:pt x="11" y="37"/>
                    <a:pt x="11" y="38"/>
                  </a:cubicBezTo>
                  <a:cubicBezTo>
                    <a:pt x="12" y="39"/>
                    <a:pt x="12" y="37"/>
                    <a:pt x="14" y="36"/>
                  </a:cubicBezTo>
                  <a:cubicBezTo>
                    <a:pt x="16" y="35"/>
                    <a:pt x="19" y="34"/>
                    <a:pt x="21" y="33"/>
                  </a:cubicBezTo>
                  <a:cubicBezTo>
                    <a:pt x="22" y="33"/>
                    <a:pt x="24" y="32"/>
                    <a:pt x="24" y="31"/>
                  </a:cubicBezTo>
                  <a:cubicBezTo>
                    <a:pt x="26" y="31"/>
                    <a:pt x="28" y="30"/>
                    <a:pt x="28" y="29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3" y="25"/>
                    <a:pt x="21" y="31"/>
                    <a:pt x="18" y="27"/>
                  </a:cubicBezTo>
                  <a:cubicBezTo>
                    <a:pt x="16" y="26"/>
                    <a:pt x="18" y="24"/>
                    <a:pt x="18" y="22"/>
                  </a:cubicBezTo>
                  <a:cubicBezTo>
                    <a:pt x="19" y="21"/>
                    <a:pt x="20" y="20"/>
                    <a:pt x="21" y="19"/>
                  </a:cubicBezTo>
                  <a:cubicBezTo>
                    <a:pt x="22" y="19"/>
                    <a:pt x="22" y="18"/>
                    <a:pt x="23" y="18"/>
                  </a:cubicBezTo>
                  <a:cubicBezTo>
                    <a:pt x="25" y="18"/>
                    <a:pt x="23" y="14"/>
                    <a:pt x="26" y="15"/>
                  </a:cubicBezTo>
                  <a:cubicBezTo>
                    <a:pt x="27" y="15"/>
                    <a:pt x="28" y="16"/>
                    <a:pt x="29" y="15"/>
                  </a:cubicBezTo>
                  <a:cubicBezTo>
                    <a:pt x="31" y="14"/>
                    <a:pt x="32" y="13"/>
                    <a:pt x="33" y="12"/>
                  </a:cubicBezTo>
                  <a:cubicBezTo>
                    <a:pt x="33" y="11"/>
                    <a:pt x="34" y="11"/>
                    <a:pt x="34" y="10"/>
                  </a:cubicBezTo>
                  <a:cubicBezTo>
                    <a:pt x="32" y="10"/>
                    <a:pt x="31" y="11"/>
                    <a:pt x="29" y="11"/>
                  </a:cubicBezTo>
                  <a:cubicBezTo>
                    <a:pt x="29" y="12"/>
                    <a:pt x="27" y="12"/>
                    <a:pt x="26" y="12"/>
                  </a:cubicBezTo>
                  <a:cubicBezTo>
                    <a:pt x="26" y="13"/>
                    <a:pt x="25" y="12"/>
                    <a:pt x="24" y="13"/>
                  </a:cubicBezTo>
                  <a:cubicBezTo>
                    <a:pt x="24" y="13"/>
                    <a:pt x="23" y="14"/>
                    <a:pt x="23" y="13"/>
                  </a:cubicBezTo>
                  <a:cubicBezTo>
                    <a:pt x="22" y="14"/>
                    <a:pt x="21" y="13"/>
                    <a:pt x="20" y="14"/>
                  </a:cubicBezTo>
                  <a:cubicBezTo>
                    <a:pt x="19" y="12"/>
                    <a:pt x="16" y="13"/>
                    <a:pt x="15" y="12"/>
                  </a:cubicBezTo>
                  <a:cubicBezTo>
                    <a:pt x="15" y="12"/>
                    <a:pt x="15" y="12"/>
                    <a:pt x="15" y="12"/>
                  </a:cubicBezTo>
                  <a:cubicBezTo>
                    <a:pt x="15" y="10"/>
                    <a:pt x="12" y="11"/>
                    <a:pt x="13" y="9"/>
                  </a:cubicBezTo>
                  <a:cubicBezTo>
                    <a:pt x="13" y="8"/>
                    <a:pt x="14" y="6"/>
                    <a:pt x="15" y="6"/>
                  </a:cubicBezTo>
                  <a:cubicBezTo>
                    <a:pt x="19" y="5"/>
                    <a:pt x="22" y="4"/>
                    <a:pt x="26" y="4"/>
                  </a:cubicBezTo>
                  <a:cubicBezTo>
                    <a:pt x="27" y="4"/>
                    <a:pt x="29" y="3"/>
                    <a:pt x="31" y="3"/>
                  </a:cubicBezTo>
                  <a:cubicBezTo>
                    <a:pt x="32" y="2"/>
                    <a:pt x="34" y="3"/>
                    <a:pt x="35" y="2"/>
                  </a:cubicBezTo>
                  <a:cubicBezTo>
                    <a:pt x="38" y="2"/>
                    <a:pt x="40" y="1"/>
                    <a:pt x="42" y="0"/>
                  </a:cubicBezTo>
                  <a:cubicBezTo>
                    <a:pt x="42" y="0"/>
                    <a:pt x="44" y="0"/>
                    <a:pt x="45" y="0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7" y="1"/>
                    <a:pt x="50" y="1"/>
                    <a:pt x="51" y="3"/>
                  </a:cubicBezTo>
                  <a:cubicBezTo>
                    <a:pt x="50" y="4"/>
                    <a:pt x="52" y="4"/>
                    <a:pt x="52" y="5"/>
                  </a:cubicBezTo>
                  <a:cubicBezTo>
                    <a:pt x="52" y="6"/>
                    <a:pt x="50" y="5"/>
                    <a:pt x="50" y="7"/>
                  </a:cubicBezTo>
                  <a:cubicBezTo>
                    <a:pt x="47" y="8"/>
                    <a:pt x="45" y="11"/>
                    <a:pt x="43" y="13"/>
                  </a:cubicBezTo>
                  <a:cubicBezTo>
                    <a:pt x="42" y="14"/>
                    <a:pt x="42" y="14"/>
                    <a:pt x="42" y="14"/>
                  </a:cubicBezTo>
                  <a:cubicBezTo>
                    <a:pt x="44" y="15"/>
                    <a:pt x="45" y="14"/>
                    <a:pt x="46" y="15"/>
                  </a:cubicBezTo>
                  <a:cubicBezTo>
                    <a:pt x="46" y="16"/>
                    <a:pt x="46" y="17"/>
                    <a:pt x="47" y="18"/>
                  </a:cubicBezTo>
                  <a:cubicBezTo>
                    <a:pt x="46" y="19"/>
                    <a:pt x="45" y="20"/>
                    <a:pt x="43" y="20"/>
                  </a:cubicBezTo>
                  <a:cubicBezTo>
                    <a:pt x="43" y="21"/>
                    <a:pt x="42" y="21"/>
                    <a:pt x="42" y="21"/>
                  </a:cubicBezTo>
                  <a:cubicBezTo>
                    <a:pt x="45" y="22"/>
                    <a:pt x="47" y="21"/>
                    <a:pt x="49" y="22"/>
                  </a:cubicBezTo>
                  <a:cubicBezTo>
                    <a:pt x="50" y="23"/>
                    <a:pt x="51" y="22"/>
                    <a:pt x="52" y="23"/>
                  </a:cubicBezTo>
                  <a:close/>
                  <a:moveTo>
                    <a:pt x="40" y="24"/>
                  </a:moveTo>
                  <a:cubicBezTo>
                    <a:pt x="40" y="25"/>
                    <a:pt x="38" y="25"/>
                    <a:pt x="37" y="26"/>
                  </a:cubicBezTo>
                  <a:cubicBezTo>
                    <a:pt x="36" y="26"/>
                    <a:pt x="36" y="26"/>
                    <a:pt x="35" y="26"/>
                  </a:cubicBezTo>
                  <a:cubicBezTo>
                    <a:pt x="34" y="26"/>
                    <a:pt x="36" y="25"/>
                    <a:pt x="35" y="24"/>
                  </a:cubicBezTo>
                  <a:cubicBezTo>
                    <a:pt x="36" y="24"/>
                    <a:pt x="37" y="22"/>
                    <a:pt x="38" y="23"/>
                  </a:cubicBezTo>
                  <a:cubicBezTo>
                    <a:pt x="39" y="23"/>
                    <a:pt x="39" y="25"/>
                    <a:pt x="40" y="24"/>
                  </a:cubicBezTo>
                  <a:close/>
                  <a:moveTo>
                    <a:pt x="73" y="36"/>
                  </a:moveTo>
                  <a:cubicBezTo>
                    <a:pt x="73" y="37"/>
                    <a:pt x="73" y="38"/>
                    <a:pt x="74" y="39"/>
                  </a:cubicBezTo>
                  <a:cubicBezTo>
                    <a:pt x="73" y="40"/>
                    <a:pt x="73" y="42"/>
                    <a:pt x="74" y="44"/>
                  </a:cubicBezTo>
                  <a:cubicBezTo>
                    <a:pt x="74" y="44"/>
                    <a:pt x="72" y="44"/>
                    <a:pt x="72" y="44"/>
                  </a:cubicBezTo>
                  <a:cubicBezTo>
                    <a:pt x="72" y="41"/>
                    <a:pt x="72" y="37"/>
                    <a:pt x="72" y="33"/>
                  </a:cubicBezTo>
                  <a:cubicBezTo>
                    <a:pt x="72" y="33"/>
                    <a:pt x="72" y="33"/>
                    <a:pt x="72" y="33"/>
                  </a:cubicBezTo>
                  <a:cubicBezTo>
                    <a:pt x="73" y="33"/>
                    <a:pt x="72" y="33"/>
                    <a:pt x="73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2"/>
                  </a:cubicBezTo>
                  <a:cubicBezTo>
                    <a:pt x="72" y="32"/>
                    <a:pt x="72" y="32"/>
                    <a:pt x="72" y="31"/>
                  </a:cubicBezTo>
                  <a:cubicBezTo>
                    <a:pt x="72" y="31"/>
                    <a:pt x="73" y="30"/>
                    <a:pt x="73" y="30"/>
                  </a:cubicBezTo>
                  <a:cubicBezTo>
                    <a:pt x="72" y="29"/>
                    <a:pt x="73" y="28"/>
                    <a:pt x="73" y="27"/>
                  </a:cubicBezTo>
                  <a:cubicBezTo>
                    <a:pt x="73" y="29"/>
                    <a:pt x="73" y="33"/>
                    <a:pt x="73" y="36"/>
                  </a:cubicBezTo>
                  <a:close/>
                  <a:moveTo>
                    <a:pt x="71" y="35"/>
                  </a:moveTo>
                  <a:cubicBezTo>
                    <a:pt x="71" y="35"/>
                    <a:pt x="70" y="36"/>
                    <a:pt x="71" y="37"/>
                  </a:cubicBezTo>
                  <a:cubicBezTo>
                    <a:pt x="70" y="37"/>
                    <a:pt x="71" y="38"/>
                    <a:pt x="71" y="39"/>
                  </a:cubicBezTo>
                  <a:cubicBezTo>
                    <a:pt x="70" y="40"/>
                    <a:pt x="71" y="43"/>
                    <a:pt x="70" y="44"/>
                  </a:cubicBezTo>
                  <a:cubicBezTo>
                    <a:pt x="70" y="44"/>
                    <a:pt x="71" y="45"/>
                    <a:pt x="70" y="46"/>
                  </a:cubicBezTo>
                  <a:cubicBezTo>
                    <a:pt x="71" y="46"/>
                    <a:pt x="70" y="47"/>
                    <a:pt x="70" y="48"/>
                  </a:cubicBezTo>
                  <a:cubicBezTo>
                    <a:pt x="69" y="49"/>
                    <a:pt x="70" y="50"/>
                    <a:pt x="70" y="51"/>
                  </a:cubicBezTo>
                  <a:cubicBezTo>
                    <a:pt x="70" y="51"/>
                    <a:pt x="70" y="51"/>
                    <a:pt x="70" y="51"/>
                  </a:cubicBezTo>
                  <a:cubicBezTo>
                    <a:pt x="71" y="51"/>
                    <a:pt x="70" y="50"/>
                    <a:pt x="71" y="50"/>
                  </a:cubicBezTo>
                  <a:cubicBezTo>
                    <a:pt x="70" y="51"/>
                    <a:pt x="71" y="52"/>
                    <a:pt x="70" y="53"/>
                  </a:cubicBezTo>
                  <a:cubicBezTo>
                    <a:pt x="71" y="54"/>
                    <a:pt x="71" y="56"/>
                    <a:pt x="71" y="57"/>
                  </a:cubicBezTo>
                  <a:cubicBezTo>
                    <a:pt x="70" y="57"/>
                    <a:pt x="70" y="56"/>
                    <a:pt x="70" y="56"/>
                  </a:cubicBezTo>
                  <a:cubicBezTo>
                    <a:pt x="70" y="57"/>
                    <a:pt x="69" y="57"/>
                    <a:pt x="69" y="57"/>
                  </a:cubicBezTo>
                  <a:cubicBezTo>
                    <a:pt x="70" y="58"/>
                    <a:pt x="69" y="59"/>
                    <a:pt x="69" y="60"/>
                  </a:cubicBezTo>
                  <a:cubicBezTo>
                    <a:pt x="68" y="60"/>
                    <a:pt x="69" y="59"/>
                    <a:pt x="68" y="59"/>
                  </a:cubicBezTo>
                  <a:cubicBezTo>
                    <a:pt x="69" y="57"/>
                    <a:pt x="69" y="56"/>
                    <a:pt x="68" y="55"/>
                  </a:cubicBezTo>
                  <a:cubicBezTo>
                    <a:pt x="67" y="53"/>
                    <a:pt x="69" y="52"/>
                    <a:pt x="68" y="50"/>
                  </a:cubicBezTo>
                  <a:cubicBezTo>
                    <a:pt x="69" y="50"/>
                    <a:pt x="68" y="49"/>
                    <a:pt x="69" y="49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68" y="47"/>
                    <a:pt x="69" y="46"/>
                    <a:pt x="69" y="44"/>
                  </a:cubicBezTo>
                  <a:cubicBezTo>
                    <a:pt x="69" y="44"/>
                    <a:pt x="69" y="44"/>
                    <a:pt x="69" y="43"/>
                  </a:cubicBezTo>
                  <a:cubicBezTo>
                    <a:pt x="69" y="43"/>
                    <a:pt x="68" y="43"/>
                    <a:pt x="68" y="43"/>
                  </a:cubicBezTo>
                  <a:cubicBezTo>
                    <a:pt x="71" y="43"/>
                    <a:pt x="68" y="40"/>
                    <a:pt x="69" y="39"/>
                  </a:cubicBezTo>
                  <a:cubicBezTo>
                    <a:pt x="68" y="38"/>
                    <a:pt x="71" y="37"/>
                    <a:pt x="69" y="36"/>
                  </a:cubicBezTo>
                  <a:cubicBezTo>
                    <a:pt x="70" y="35"/>
                    <a:pt x="70" y="33"/>
                    <a:pt x="70" y="32"/>
                  </a:cubicBezTo>
                  <a:cubicBezTo>
                    <a:pt x="71" y="35"/>
                    <a:pt x="71" y="35"/>
                    <a:pt x="71" y="35"/>
                  </a:cubicBezTo>
                  <a:close/>
                  <a:moveTo>
                    <a:pt x="34" y="41"/>
                  </a:moveTo>
                  <a:cubicBezTo>
                    <a:pt x="33" y="40"/>
                    <a:pt x="33" y="40"/>
                    <a:pt x="33" y="40"/>
                  </a:cubicBezTo>
                  <a:cubicBezTo>
                    <a:pt x="33" y="40"/>
                    <a:pt x="33" y="41"/>
                    <a:pt x="33" y="42"/>
                  </a:cubicBezTo>
                  <a:cubicBezTo>
                    <a:pt x="33" y="42"/>
                    <a:pt x="34" y="43"/>
                    <a:pt x="34" y="44"/>
                  </a:cubicBezTo>
                  <a:cubicBezTo>
                    <a:pt x="32" y="46"/>
                    <a:pt x="29" y="47"/>
                    <a:pt x="28" y="49"/>
                  </a:cubicBezTo>
                  <a:cubicBezTo>
                    <a:pt x="27" y="49"/>
                    <a:pt x="27" y="50"/>
                    <a:pt x="26" y="50"/>
                  </a:cubicBezTo>
                  <a:cubicBezTo>
                    <a:pt x="21" y="53"/>
                    <a:pt x="17" y="57"/>
                    <a:pt x="12" y="60"/>
                  </a:cubicBezTo>
                  <a:cubicBezTo>
                    <a:pt x="12" y="60"/>
                    <a:pt x="12" y="60"/>
                    <a:pt x="11" y="60"/>
                  </a:cubicBezTo>
                  <a:cubicBezTo>
                    <a:pt x="11" y="60"/>
                    <a:pt x="11" y="59"/>
                    <a:pt x="10" y="59"/>
                  </a:cubicBezTo>
                  <a:cubicBezTo>
                    <a:pt x="11" y="57"/>
                    <a:pt x="10" y="56"/>
                    <a:pt x="10" y="56"/>
                  </a:cubicBezTo>
                  <a:cubicBezTo>
                    <a:pt x="10" y="54"/>
                    <a:pt x="11" y="53"/>
                    <a:pt x="9" y="52"/>
                  </a:cubicBezTo>
                  <a:cubicBezTo>
                    <a:pt x="11" y="50"/>
                    <a:pt x="10" y="47"/>
                    <a:pt x="10" y="45"/>
                  </a:cubicBezTo>
                  <a:cubicBezTo>
                    <a:pt x="12" y="47"/>
                    <a:pt x="14" y="45"/>
                    <a:pt x="17" y="46"/>
                  </a:cubicBezTo>
                  <a:cubicBezTo>
                    <a:pt x="17" y="45"/>
                    <a:pt x="18" y="45"/>
                    <a:pt x="18" y="45"/>
                  </a:cubicBezTo>
                  <a:cubicBezTo>
                    <a:pt x="20" y="44"/>
                    <a:pt x="21" y="43"/>
                    <a:pt x="23" y="43"/>
                  </a:cubicBezTo>
                  <a:cubicBezTo>
                    <a:pt x="24" y="43"/>
                    <a:pt x="24" y="41"/>
                    <a:pt x="26" y="42"/>
                  </a:cubicBezTo>
                  <a:cubicBezTo>
                    <a:pt x="27" y="41"/>
                    <a:pt x="28" y="39"/>
                    <a:pt x="30" y="39"/>
                  </a:cubicBezTo>
                  <a:cubicBezTo>
                    <a:pt x="30" y="38"/>
                    <a:pt x="31" y="38"/>
                    <a:pt x="32" y="37"/>
                  </a:cubicBezTo>
                  <a:cubicBezTo>
                    <a:pt x="33" y="38"/>
                    <a:pt x="34" y="40"/>
                    <a:pt x="34" y="41"/>
                  </a:cubicBezTo>
                  <a:close/>
                  <a:moveTo>
                    <a:pt x="74" y="46"/>
                  </a:moveTo>
                  <a:cubicBezTo>
                    <a:pt x="73" y="46"/>
                    <a:pt x="73" y="47"/>
                    <a:pt x="73" y="48"/>
                  </a:cubicBezTo>
                  <a:cubicBezTo>
                    <a:pt x="73" y="48"/>
                    <a:pt x="73" y="48"/>
                    <a:pt x="73" y="48"/>
                  </a:cubicBezTo>
                  <a:cubicBezTo>
                    <a:pt x="74" y="48"/>
                    <a:pt x="74" y="48"/>
                    <a:pt x="74" y="48"/>
                  </a:cubicBezTo>
                  <a:cubicBezTo>
                    <a:pt x="74" y="49"/>
                    <a:pt x="74" y="50"/>
                    <a:pt x="73" y="51"/>
                  </a:cubicBezTo>
                  <a:cubicBezTo>
                    <a:pt x="74" y="52"/>
                    <a:pt x="74" y="54"/>
                    <a:pt x="73" y="55"/>
                  </a:cubicBezTo>
                  <a:cubicBezTo>
                    <a:pt x="73" y="55"/>
                    <a:pt x="73" y="56"/>
                    <a:pt x="73" y="56"/>
                  </a:cubicBezTo>
                  <a:cubicBezTo>
                    <a:pt x="73" y="56"/>
                    <a:pt x="71" y="54"/>
                    <a:pt x="72" y="53"/>
                  </a:cubicBezTo>
                  <a:cubicBezTo>
                    <a:pt x="72" y="54"/>
                    <a:pt x="72" y="54"/>
                    <a:pt x="72" y="54"/>
                  </a:cubicBezTo>
                  <a:cubicBezTo>
                    <a:pt x="73" y="54"/>
                    <a:pt x="73" y="52"/>
                    <a:pt x="73" y="51"/>
                  </a:cubicBezTo>
                  <a:cubicBezTo>
                    <a:pt x="72" y="50"/>
                    <a:pt x="73" y="49"/>
                    <a:pt x="72" y="49"/>
                  </a:cubicBezTo>
                  <a:cubicBezTo>
                    <a:pt x="73" y="49"/>
                    <a:pt x="72" y="48"/>
                    <a:pt x="72" y="48"/>
                  </a:cubicBezTo>
                  <a:cubicBezTo>
                    <a:pt x="72" y="48"/>
                    <a:pt x="72" y="48"/>
                    <a:pt x="72" y="48"/>
                  </a:cubicBezTo>
                  <a:cubicBezTo>
                    <a:pt x="72" y="47"/>
                    <a:pt x="72" y="47"/>
                    <a:pt x="72" y="47"/>
                  </a:cubicBezTo>
                  <a:cubicBezTo>
                    <a:pt x="73" y="47"/>
                    <a:pt x="73" y="47"/>
                    <a:pt x="73" y="47"/>
                  </a:cubicBezTo>
                  <a:cubicBezTo>
                    <a:pt x="73" y="46"/>
                    <a:pt x="71" y="45"/>
                    <a:pt x="73" y="45"/>
                  </a:cubicBezTo>
                  <a:cubicBezTo>
                    <a:pt x="74" y="45"/>
                    <a:pt x="74" y="45"/>
                    <a:pt x="74" y="45"/>
                  </a:cubicBezTo>
                  <a:lnTo>
                    <a:pt x="74" y="46"/>
                  </a:lnTo>
                  <a:close/>
                  <a:moveTo>
                    <a:pt x="70" y="55"/>
                  </a:moveTo>
                  <a:cubicBezTo>
                    <a:pt x="70" y="54"/>
                    <a:pt x="70" y="54"/>
                    <a:pt x="70" y="54"/>
                  </a:cubicBezTo>
                  <a:cubicBezTo>
                    <a:pt x="70" y="54"/>
                    <a:pt x="70" y="54"/>
                    <a:pt x="70" y="54"/>
                  </a:cubicBezTo>
                  <a:lnTo>
                    <a:pt x="70" y="55"/>
                  </a:lnTo>
                  <a:close/>
                  <a:moveTo>
                    <a:pt x="70" y="68"/>
                  </a:moveTo>
                  <a:cubicBezTo>
                    <a:pt x="70" y="67"/>
                    <a:pt x="69" y="67"/>
                    <a:pt x="70" y="66"/>
                  </a:cubicBezTo>
                  <a:cubicBezTo>
                    <a:pt x="70" y="68"/>
                    <a:pt x="70" y="68"/>
                    <a:pt x="70" y="68"/>
                  </a:cubicBezTo>
                  <a:close/>
                  <a:moveTo>
                    <a:pt x="72" y="68"/>
                  </a:moveTo>
                  <a:cubicBezTo>
                    <a:pt x="72" y="67"/>
                    <a:pt x="71" y="68"/>
                    <a:pt x="71" y="67"/>
                  </a:cubicBezTo>
                  <a:cubicBezTo>
                    <a:pt x="72" y="67"/>
                    <a:pt x="72" y="67"/>
                    <a:pt x="72" y="67"/>
                  </a:cubicBezTo>
                  <a:lnTo>
                    <a:pt x="72" y="68"/>
                  </a:lnTo>
                  <a:close/>
                  <a:moveTo>
                    <a:pt x="74" y="70"/>
                  </a:moveTo>
                  <a:cubicBezTo>
                    <a:pt x="74" y="70"/>
                    <a:pt x="74" y="70"/>
                    <a:pt x="74" y="70"/>
                  </a:cubicBezTo>
                  <a:cubicBezTo>
                    <a:pt x="74" y="69"/>
                    <a:pt x="74" y="69"/>
                    <a:pt x="74" y="69"/>
                  </a:cubicBezTo>
                  <a:cubicBezTo>
                    <a:pt x="74" y="69"/>
                    <a:pt x="74" y="69"/>
                    <a:pt x="74" y="70"/>
                  </a:cubicBezTo>
                  <a:close/>
                  <a:moveTo>
                    <a:pt x="76" y="76"/>
                  </a:moveTo>
                  <a:cubicBezTo>
                    <a:pt x="76" y="76"/>
                    <a:pt x="76" y="77"/>
                    <a:pt x="76" y="77"/>
                  </a:cubicBezTo>
                  <a:cubicBezTo>
                    <a:pt x="75" y="76"/>
                    <a:pt x="76" y="76"/>
                    <a:pt x="76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Freeform 17"/>
            <p:cNvSpPr>
              <a:spLocks noEditPoints="1"/>
            </p:cNvSpPr>
            <p:nvPr/>
          </p:nvSpPr>
          <p:spPr bwMode="auto">
            <a:xfrm>
              <a:off x="5416" y="4133"/>
              <a:ext cx="121" cy="110"/>
            </a:xfrm>
            <a:custGeom>
              <a:avLst/>
              <a:gdLst>
                <a:gd name="T0" fmla="*/ 18 w 47"/>
                <a:gd name="T1" fmla="*/ 5 h 41"/>
                <a:gd name="T2" fmla="*/ 14 w 47"/>
                <a:gd name="T3" fmla="*/ 9 h 41"/>
                <a:gd name="T4" fmla="*/ 11 w 47"/>
                <a:gd name="T5" fmla="*/ 9 h 41"/>
                <a:gd name="T6" fmla="*/ 11 w 47"/>
                <a:gd name="T7" fmla="*/ 0 h 41"/>
                <a:gd name="T8" fmla="*/ 34 w 47"/>
                <a:gd name="T9" fmla="*/ 7 h 41"/>
                <a:gd name="T10" fmla="*/ 33 w 47"/>
                <a:gd name="T11" fmla="*/ 11 h 41"/>
                <a:gd name="T12" fmla="*/ 26 w 47"/>
                <a:gd name="T13" fmla="*/ 17 h 41"/>
                <a:gd name="T14" fmla="*/ 36 w 47"/>
                <a:gd name="T15" fmla="*/ 23 h 41"/>
                <a:gd name="T16" fmla="*/ 40 w 47"/>
                <a:gd name="T17" fmla="*/ 24 h 41"/>
                <a:gd name="T18" fmla="*/ 45 w 47"/>
                <a:gd name="T19" fmla="*/ 24 h 41"/>
                <a:gd name="T20" fmla="*/ 47 w 47"/>
                <a:gd name="T21" fmla="*/ 26 h 41"/>
                <a:gd name="T22" fmla="*/ 45 w 47"/>
                <a:gd name="T23" fmla="*/ 28 h 41"/>
                <a:gd name="T24" fmla="*/ 36 w 47"/>
                <a:gd name="T25" fmla="*/ 27 h 41"/>
                <a:gd name="T26" fmla="*/ 25 w 47"/>
                <a:gd name="T27" fmla="*/ 19 h 41"/>
                <a:gd name="T28" fmla="*/ 20 w 47"/>
                <a:gd name="T29" fmla="*/ 29 h 41"/>
                <a:gd name="T30" fmla="*/ 16 w 47"/>
                <a:gd name="T31" fmla="*/ 32 h 41"/>
                <a:gd name="T32" fmla="*/ 16 w 47"/>
                <a:gd name="T33" fmla="*/ 28 h 41"/>
                <a:gd name="T34" fmla="*/ 24 w 47"/>
                <a:gd name="T35" fmla="*/ 17 h 41"/>
                <a:gd name="T36" fmla="*/ 24 w 47"/>
                <a:gd name="T37" fmla="*/ 17 h 41"/>
                <a:gd name="T38" fmla="*/ 26 w 47"/>
                <a:gd name="T39" fmla="*/ 15 h 41"/>
                <a:gd name="T40" fmla="*/ 34 w 47"/>
                <a:gd name="T41" fmla="*/ 7 h 41"/>
                <a:gd name="T42" fmla="*/ 23 w 47"/>
                <a:gd name="T43" fmla="*/ 11 h 41"/>
                <a:gd name="T44" fmla="*/ 19 w 47"/>
                <a:gd name="T45" fmla="*/ 14 h 41"/>
                <a:gd name="T46" fmla="*/ 22 w 47"/>
                <a:gd name="T47" fmla="*/ 9 h 41"/>
                <a:gd name="T48" fmla="*/ 13 w 47"/>
                <a:gd name="T49" fmla="*/ 20 h 41"/>
                <a:gd name="T50" fmla="*/ 17 w 47"/>
                <a:gd name="T51" fmla="*/ 21 h 41"/>
                <a:gd name="T52" fmla="*/ 12 w 47"/>
                <a:gd name="T53" fmla="*/ 35 h 41"/>
                <a:gd name="T54" fmla="*/ 9 w 47"/>
                <a:gd name="T55" fmla="*/ 39 h 41"/>
                <a:gd name="T56" fmla="*/ 7 w 47"/>
                <a:gd name="T57" fmla="*/ 33 h 41"/>
                <a:gd name="T58" fmla="*/ 4 w 47"/>
                <a:gd name="T59" fmla="*/ 37 h 41"/>
                <a:gd name="T60" fmla="*/ 2 w 47"/>
                <a:gd name="T61" fmla="*/ 32 h 41"/>
                <a:gd name="T62" fmla="*/ 5 w 47"/>
                <a:gd name="T63" fmla="*/ 26 h 41"/>
                <a:gd name="T64" fmla="*/ 0 w 47"/>
                <a:gd name="T65" fmla="*/ 22 h 41"/>
                <a:gd name="T66" fmla="*/ 3 w 47"/>
                <a:gd name="T67" fmla="*/ 21 h 41"/>
                <a:gd name="T68" fmla="*/ 11 w 47"/>
                <a:gd name="T69" fmla="*/ 19 h 41"/>
                <a:gd name="T70" fmla="*/ 31 w 47"/>
                <a:gd name="T71" fmla="*/ 26 h 41"/>
                <a:gd name="T72" fmla="*/ 33 w 47"/>
                <a:gd name="T73" fmla="*/ 37 h 41"/>
                <a:gd name="T74" fmla="*/ 27 w 47"/>
                <a:gd name="T75" fmla="*/ 38 h 41"/>
                <a:gd name="T76" fmla="*/ 27 w 47"/>
                <a:gd name="T77" fmla="*/ 30 h 41"/>
                <a:gd name="T78" fmla="*/ 21 w 47"/>
                <a:gd name="T79" fmla="*/ 31 h 41"/>
                <a:gd name="T80" fmla="*/ 24 w 47"/>
                <a:gd name="T81" fmla="*/ 40 h 41"/>
                <a:gd name="T82" fmla="*/ 23 w 47"/>
                <a:gd name="T83" fmla="*/ 40 h 41"/>
                <a:gd name="T84" fmla="*/ 20 w 47"/>
                <a:gd name="T85" fmla="*/ 34 h 41"/>
                <a:gd name="T86" fmla="*/ 22 w 47"/>
                <a:gd name="T87" fmla="*/ 29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7" h="41">
                  <a:moveTo>
                    <a:pt x="14" y="3"/>
                  </a:moveTo>
                  <a:cubicBezTo>
                    <a:pt x="15" y="3"/>
                    <a:pt x="15" y="4"/>
                    <a:pt x="15" y="3"/>
                  </a:cubicBezTo>
                  <a:cubicBezTo>
                    <a:pt x="16" y="4"/>
                    <a:pt x="17" y="4"/>
                    <a:pt x="18" y="5"/>
                  </a:cubicBezTo>
                  <a:cubicBezTo>
                    <a:pt x="18" y="6"/>
                    <a:pt x="17" y="6"/>
                    <a:pt x="17" y="7"/>
                  </a:cubicBezTo>
                  <a:cubicBezTo>
                    <a:pt x="16" y="8"/>
                    <a:pt x="16" y="7"/>
                    <a:pt x="16" y="8"/>
                  </a:cubicBezTo>
                  <a:cubicBezTo>
                    <a:pt x="15" y="8"/>
                    <a:pt x="15" y="9"/>
                    <a:pt x="14" y="9"/>
                  </a:cubicBezTo>
                  <a:cubicBezTo>
                    <a:pt x="13" y="9"/>
                    <a:pt x="13" y="9"/>
                    <a:pt x="13" y="9"/>
                  </a:cubicBezTo>
                  <a:cubicBezTo>
                    <a:pt x="12" y="10"/>
                    <a:pt x="11" y="11"/>
                    <a:pt x="10" y="11"/>
                  </a:cubicBezTo>
                  <a:cubicBezTo>
                    <a:pt x="10" y="11"/>
                    <a:pt x="11" y="10"/>
                    <a:pt x="11" y="9"/>
                  </a:cubicBezTo>
                  <a:cubicBezTo>
                    <a:pt x="11" y="8"/>
                    <a:pt x="12" y="7"/>
                    <a:pt x="12" y="6"/>
                  </a:cubicBezTo>
                  <a:cubicBezTo>
                    <a:pt x="11" y="4"/>
                    <a:pt x="10" y="3"/>
                    <a:pt x="10" y="2"/>
                  </a:cubicBezTo>
                  <a:cubicBezTo>
                    <a:pt x="11" y="1"/>
                    <a:pt x="11" y="1"/>
                    <a:pt x="11" y="0"/>
                  </a:cubicBezTo>
                  <a:cubicBezTo>
                    <a:pt x="12" y="0"/>
                    <a:pt x="12" y="0"/>
                    <a:pt x="12" y="0"/>
                  </a:cubicBezTo>
                  <a:lnTo>
                    <a:pt x="14" y="3"/>
                  </a:lnTo>
                  <a:close/>
                  <a:moveTo>
                    <a:pt x="34" y="7"/>
                  </a:moveTo>
                  <a:cubicBezTo>
                    <a:pt x="35" y="8"/>
                    <a:pt x="36" y="9"/>
                    <a:pt x="36" y="10"/>
                  </a:cubicBezTo>
                  <a:cubicBezTo>
                    <a:pt x="35" y="11"/>
                    <a:pt x="34" y="11"/>
                    <a:pt x="33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2" y="12"/>
                    <a:pt x="31" y="12"/>
                    <a:pt x="30" y="13"/>
                  </a:cubicBezTo>
                  <a:cubicBezTo>
                    <a:pt x="30" y="13"/>
                    <a:pt x="29" y="13"/>
                    <a:pt x="29" y="13"/>
                  </a:cubicBezTo>
                  <a:cubicBezTo>
                    <a:pt x="28" y="15"/>
                    <a:pt x="27" y="16"/>
                    <a:pt x="26" y="17"/>
                  </a:cubicBezTo>
                  <a:cubicBezTo>
                    <a:pt x="27" y="18"/>
                    <a:pt x="28" y="19"/>
                    <a:pt x="29" y="19"/>
                  </a:cubicBezTo>
                  <a:cubicBezTo>
                    <a:pt x="30" y="20"/>
                    <a:pt x="31" y="21"/>
                    <a:pt x="33" y="22"/>
                  </a:cubicBezTo>
                  <a:cubicBezTo>
                    <a:pt x="34" y="22"/>
                    <a:pt x="35" y="23"/>
                    <a:pt x="36" y="23"/>
                  </a:cubicBezTo>
                  <a:cubicBezTo>
                    <a:pt x="37" y="23"/>
                    <a:pt x="38" y="23"/>
                    <a:pt x="39" y="24"/>
                  </a:cubicBezTo>
                  <a:cubicBezTo>
                    <a:pt x="39" y="24"/>
                    <a:pt x="39" y="24"/>
                    <a:pt x="39" y="24"/>
                  </a:cubicBezTo>
                  <a:cubicBezTo>
                    <a:pt x="39" y="24"/>
                    <a:pt x="39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0" y="24"/>
                    <a:pt x="40" y="24"/>
                    <a:pt x="40" y="24"/>
                  </a:cubicBezTo>
                  <a:cubicBezTo>
                    <a:pt x="45" y="24"/>
                    <a:pt x="45" y="24"/>
                    <a:pt x="45" y="24"/>
                  </a:cubicBezTo>
                  <a:cubicBezTo>
                    <a:pt x="45" y="25"/>
                    <a:pt x="46" y="24"/>
                    <a:pt x="46" y="25"/>
                  </a:cubicBezTo>
                  <a:cubicBezTo>
                    <a:pt x="46" y="26"/>
                    <a:pt x="47" y="26"/>
                    <a:pt x="47" y="26"/>
                  </a:cubicBezTo>
                  <a:cubicBezTo>
                    <a:pt x="47" y="26"/>
                    <a:pt x="47" y="26"/>
                    <a:pt x="47" y="26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7" y="27"/>
                    <a:pt x="46" y="27"/>
                  </a:cubicBezTo>
                  <a:cubicBezTo>
                    <a:pt x="46" y="27"/>
                    <a:pt x="45" y="27"/>
                    <a:pt x="45" y="28"/>
                  </a:cubicBezTo>
                  <a:cubicBezTo>
                    <a:pt x="43" y="28"/>
                    <a:pt x="41" y="28"/>
                    <a:pt x="39" y="27"/>
                  </a:cubicBezTo>
                  <a:cubicBezTo>
                    <a:pt x="38" y="27"/>
                    <a:pt x="37" y="27"/>
                    <a:pt x="36" y="27"/>
                  </a:cubicBezTo>
                  <a:cubicBezTo>
                    <a:pt x="36" y="27"/>
                    <a:pt x="36" y="27"/>
                    <a:pt x="36" y="27"/>
                  </a:cubicBezTo>
                  <a:cubicBezTo>
                    <a:pt x="35" y="26"/>
                    <a:pt x="33" y="26"/>
                    <a:pt x="32" y="25"/>
                  </a:cubicBezTo>
                  <a:cubicBezTo>
                    <a:pt x="30" y="24"/>
                    <a:pt x="29" y="22"/>
                    <a:pt x="27" y="21"/>
                  </a:cubicBezTo>
                  <a:cubicBezTo>
                    <a:pt x="27" y="20"/>
                    <a:pt x="26" y="20"/>
                    <a:pt x="25" y="19"/>
                  </a:cubicBezTo>
                  <a:cubicBezTo>
                    <a:pt x="25" y="20"/>
                    <a:pt x="24" y="21"/>
                    <a:pt x="24" y="22"/>
                  </a:cubicBezTo>
                  <a:cubicBezTo>
                    <a:pt x="23" y="23"/>
                    <a:pt x="23" y="24"/>
                    <a:pt x="22" y="25"/>
                  </a:cubicBezTo>
                  <a:cubicBezTo>
                    <a:pt x="21" y="26"/>
                    <a:pt x="21" y="28"/>
                    <a:pt x="20" y="29"/>
                  </a:cubicBezTo>
                  <a:cubicBezTo>
                    <a:pt x="18" y="30"/>
                    <a:pt x="18" y="32"/>
                    <a:pt x="17" y="33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2"/>
                    <a:pt x="16" y="32"/>
                  </a:cubicBezTo>
                  <a:cubicBezTo>
                    <a:pt x="16" y="32"/>
                    <a:pt x="16" y="31"/>
                    <a:pt x="16" y="31"/>
                  </a:cubicBezTo>
                  <a:cubicBezTo>
                    <a:pt x="15" y="30"/>
                    <a:pt x="15" y="29"/>
                    <a:pt x="16" y="28"/>
                  </a:cubicBezTo>
                  <a:cubicBezTo>
                    <a:pt x="18" y="25"/>
                    <a:pt x="21" y="21"/>
                    <a:pt x="23" y="18"/>
                  </a:cubicBezTo>
                  <a:cubicBezTo>
                    <a:pt x="23" y="17"/>
                    <a:pt x="24" y="18"/>
                    <a:pt x="24" y="18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4" y="17"/>
                    <a:pt x="24" y="17"/>
                  </a:cubicBezTo>
                  <a:cubicBezTo>
                    <a:pt x="24" y="17"/>
                    <a:pt x="25" y="16"/>
                    <a:pt x="25" y="16"/>
                  </a:cubicBezTo>
                  <a:cubicBezTo>
                    <a:pt x="25" y="15"/>
                    <a:pt x="25" y="15"/>
                    <a:pt x="26" y="15"/>
                  </a:cubicBezTo>
                  <a:cubicBezTo>
                    <a:pt x="26" y="13"/>
                    <a:pt x="28" y="13"/>
                    <a:pt x="29" y="11"/>
                  </a:cubicBezTo>
                  <a:cubicBezTo>
                    <a:pt x="30" y="10"/>
                    <a:pt x="32" y="9"/>
                    <a:pt x="32" y="8"/>
                  </a:cubicBezTo>
                  <a:cubicBezTo>
                    <a:pt x="33" y="7"/>
                    <a:pt x="34" y="8"/>
                    <a:pt x="34" y="7"/>
                  </a:cubicBezTo>
                  <a:close/>
                  <a:moveTo>
                    <a:pt x="28" y="8"/>
                  </a:moveTo>
                  <a:cubicBezTo>
                    <a:pt x="27" y="9"/>
                    <a:pt x="26" y="9"/>
                    <a:pt x="25" y="9"/>
                  </a:cubicBezTo>
                  <a:cubicBezTo>
                    <a:pt x="24" y="10"/>
                    <a:pt x="23" y="10"/>
                    <a:pt x="23" y="11"/>
                  </a:cubicBezTo>
                  <a:cubicBezTo>
                    <a:pt x="22" y="11"/>
                    <a:pt x="23" y="12"/>
                    <a:pt x="22" y="12"/>
                  </a:cubicBezTo>
                  <a:cubicBezTo>
                    <a:pt x="22" y="12"/>
                    <a:pt x="22" y="12"/>
                    <a:pt x="22" y="12"/>
                  </a:cubicBezTo>
                  <a:cubicBezTo>
                    <a:pt x="21" y="13"/>
                    <a:pt x="21" y="15"/>
                    <a:pt x="19" y="14"/>
                  </a:cubicBezTo>
                  <a:cubicBezTo>
                    <a:pt x="18" y="14"/>
                    <a:pt x="18" y="13"/>
                    <a:pt x="17" y="12"/>
                  </a:cubicBezTo>
                  <a:cubicBezTo>
                    <a:pt x="17" y="11"/>
                    <a:pt x="18" y="11"/>
                    <a:pt x="18" y="11"/>
                  </a:cubicBezTo>
                  <a:cubicBezTo>
                    <a:pt x="19" y="10"/>
                    <a:pt x="21" y="10"/>
                    <a:pt x="22" y="9"/>
                  </a:cubicBezTo>
                  <a:cubicBezTo>
                    <a:pt x="24" y="8"/>
                    <a:pt x="25" y="8"/>
                    <a:pt x="27" y="8"/>
                  </a:cubicBezTo>
                  <a:cubicBezTo>
                    <a:pt x="27" y="8"/>
                    <a:pt x="28" y="7"/>
                    <a:pt x="28" y="8"/>
                  </a:cubicBezTo>
                  <a:close/>
                  <a:moveTo>
                    <a:pt x="13" y="20"/>
                  </a:moveTo>
                  <a:cubicBezTo>
                    <a:pt x="14" y="21"/>
                    <a:pt x="13" y="22"/>
                    <a:pt x="13" y="23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8" y="20"/>
                    <a:pt x="18" y="21"/>
                    <a:pt x="17" y="21"/>
                  </a:cubicBezTo>
                  <a:cubicBezTo>
                    <a:pt x="16" y="23"/>
                    <a:pt x="14" y="24"/>
                    <a:pt x="14" y="26"/>
                  </a:cubicBezTo>
                  <a:cubicBezTo>
                    <a:pt x="13" y="27"/>
                    <a:pt x="13" y="28"/>
                    <a:pt x="13" y="29"/>
                  </a:cubicBezTo>
                  <a:cubicBezTo>
                    <a:pt x="13" y="31"/>
                    <a:pt x="12" y="33"/>
                    <a:pt x="12" y="35"/>
                  </a:cubicBezTo>
                  <a:cubicBezTo>
                    <a:pt x="12" y="36"/>
                    <a:pt x="11" y="38"/>
                    <a:pt x="11" y="40"/>
                  </a:cubicBezTo>
                  <a:cubicBezTo>
                    <a:pt x="10" y="40"/>
                    <a:pt x="10" y="39"/>
                    <a:pt x="10" y="40"/>
                  </a:cubicBezTo>
                  <a:cubicBezTo>
                    <a:pt x="9" y="40"/>
                    <a:pt x="9" y="39"/>
                    <a:pt x="9" y="39"/>
                  </a:cubicBezTo>
                  <a:cubicBezTo>
                    <a:pt x="9" y="39"/>
                    <a:pt x="9" y="39"/>
                    <a:pt x="9" y="39"/>
                  </a:cubicBezTo>
                  <a:cubicBezTo>
                    <a:pt x="8" y="38"/>
                    <a:pt x="8" y="37"/>
                    <a:pt x="7" y="36"/>
                  </a:cubicBezTo>
                  <a:cubicBezTo>
                    <a:pt x="7" y="35"/>
                    <a:pt x="7" y="34"/>
                    <a:pt x="7" y="33"/>
                  </a:cubicBezTo>
                  <a:cubicBezTo>
                    <a:pt x="7" y="33"/>
                    <a:pt x="7" y="34"/>
                    <a:pt x="6" y="34"/>
                  </a:cubicBezTo>
                  <a:cubicBezTo>
                    <a:pt x="6" y="35"/>
                    <a:pt x="5" y="34"/>
                    <a:pt x="5" y="35"/>
                  </a:cubicBezTo>
                  <a:cubicBezTo>
                    <a:pt x="5" y="36"/>
                    <a:pt x="4" y="36"/>
                    <a:pt x="4" y="37"/>
                  </a:cubicBezTo>
                  <a:cubicBezTo>
                    <a:pt x="4" y="36"/>
                    <a:pt x="2" y="35"/>
                    <a:pt x="3" y="34"/>
                  </a:cubicBezTo>
                  <a:cubicBezTo>
                    <a:pt x="2" y="34"/>
                    <a:pt x="2" y="33"/>
                    <a:pt x="2" y="33"/>
                  </a:cubicBezTo>
                  <a:cubicBezTo>
                    <a:pt x="2" y="32"/>
                    <a:pt x="2" y="32"/>
                    <a:pt x="2" y="32"/>
                  </a:cubicBezTo>
                  <a:cubicBezTo>
                    <a:pt x="2" y="32"/>
                    <a:pt x="2" y="31"/>
                    <a:pt x="3" y="31"/>
                  </a:cubicBezTo>
                  <a:cubicBezTo>
                    <a:pt x="4" y="29"/>
                    <a:pt x="6" y="28"/>
                    <a:pt x="7" y="26"/>
                  </a:cubicBezTo>
                  <a:cubicBezTo>
                    <a:pt x="6" y="26"/>
                    <a:pt x="6" y="26"/>
                    <a:pt x="5" y="26"/>
                  </a:cubicBezTo>
                  <a:cubicBezTo>
                    <a:pt x="5" y="26"/>
                    <a:pt x="4" y="26"/>
                    <a:pt x="4" y="26"/>
                  </a:cubicBezTo>
                  <a:cubicBezTo>
                    <a:pt x="4" y="26"/>
                    <a:pt x="3" y="26"/>
                    <a:pt x="3" y="25"/>
                  </a:cubicBezTo>
                  <a:cubicBezTo>
                    <a:pt x="2" y="24"/>
                    <a:pt x="1" y="23"/>
                    <a:pt x="0" y="22"/>
                  </a:cubicBezTo>
                  <a:cubicBezTo>
                    <a:pt x="0" y="22"/>
                    <a:pt x="1" y="21"/>
                    <a:pt x="0" y="21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1" y="20"/>
                    <a:pt x="2" y="21"/>
                    <a:pt x="3" y="21"/>
                  </a:cubicBezTo>
                  <a:cubicBezTo>
                    <a:pt x="5" y="22"/>
                    <a:pt x="6" y="21"/>
                    <a:pt x="8" y="21"/>
                  </a:cubicBezTo>
                  <a:cubicBezTo>
                    <a:pt x="9" y="20"/>
                    <a:pt x="10" y="19"/>
                    <a:pt x="11" y="19"/>
                  </a:cubicBezTo>
                  <a:cubicBezTo>
                    <a:pt x="11" y="19"/>
                    <a:pt x="11" y="19"/>
                    <a:pt x="11" y="19"/>
                  </a:cubicBezTo>
                  <a:cubicBezTo>
                    <a:pt x="12" y="18"/>
                    <a:pt x="12" y="18"/>
                    <a:pt x="12" y="18"/>
                  </a:cubicBezTo>
                  <a:cubicBezTo>
                    <a:pt x="12" y="19"/>
                    <a:pt x="12" y="20"/>
                    <a:pt x="13" y="20"/>
                  </a:cubicBezTo>
                  <a:close/>
                  <a:moveTo>
                    <a:pt x="31" y="26"/>
                  </a:moveTo>
                  <a:cubicBezTo>
                    <a:pt x="32" y="27"/>
                    <a:pt x="34" y="28"/>
                    <a:pt x="34" y="29"/>
                  </a:cubicBezTo>
                  <a:cubicBezTo>
                    <a:pt x="34" y="32"/>
                    <a:pt x="32" y="33"/>
                    <a:pt x="31" y="34"/>
                  </a:cubicBezTo>
                  <a:cubicBezTo>
                    <a:pt x="32" y="35"/>
                    <a:pt x="33" y="35"/>
                    <a:pt x="33" y="37"/>
                  </a:cubicBezTo>
                  <a:cubicBezTo>
                    <a:pt x="33" y="37"/>
                    <a:pt x="32" y="37"/>
                    <a:pt x="33" y="38"/>
                  </a:cubicBezTo>
                  <a:cubicBezTo>
                    <a:pt x="32" y="38"/>
                    <a:pt x="31" y="40"/>
                    <a:pt x="30" y="40"/>
                  </a:cubicBezTo>
                  <a:cubicBezTo>
                    <a:pt x="29" y="39"/>
                    <a:pt x="28" y="39"/>
                    <a:pt x="27" y="38"/>
                  </a:cubicBezTo>
                  <a:cubicBezTo>
                    <a:pt x="26" y="38"/>
                    <a:pt x="26" y="37"/>
                    <a:pt x="25" y="36"/>
                  </a:cubicBezTo>
                  <a:cubicBezTo>
                    <a:pt x="25" y="35"/>
                    <a:pt x="24" y="34"/>
                    <a:pt x="25" y="33"/>
                  </a:cubicBezTo>
                  <a:cubicBezTo>
                    <a:pt x="26" y="31"/>
                    <a:pt x="27" y="31"/>
                    <a:pt x="27" y="30"/>
                  </a:cubicBezTo>
                  <a:cubicBezTo>
                    <a:pt x="27" y="30"/>
                    <a:pt x="26" y="30"/>
                    <a:pt x="26" y="30"/>
                  </a:cubicBezTo>
                  <a:cubicBezTo>
                    <a:pt x="25" y="30"/>
                    <a:pt x="24" y="31"/>
                    <a:pt x="23" y="30"/>
                  </a:cubicBezTo>
                  <a:cubicBezTo>
                    <a:pt x="22" y="30"/>
                    <a:pt x="22" y="31"/>
                    <a:pt x="21" y="31"/>
                  </a:cubicBezTo>
                  <a:cubicBezTo>
                    <a:pt x="22" y="33"/>
                    <a:pt x="22" y="36"/>
                    <a:pt x="24" y="38"/>
                  </a:cubicBezTo>
                  <a:cubicBezTo>
                    <a:pt x="24" y="38"/>
                    <a:pt x="24" y="39"/>
                    <a:pt x="24" y="40"/>
                  </a:cubicBezTo>
                  <a:cubicBezTo>
                    <a:pt x="24" y="40"/>
                    <a:pt x="24" y="40"/>
                    <a:pt x="24" y="40"/>
                  </a:cubicBezTo>
                  <a:cubicBezTo>
                    <a:pt x="24" y="39"/>
                    <a:pt x="24" y="39"/>
                    <a:pt x="24" y="39"/>
                  </a:cubicBezTo>
                  <a:cubicBezTo>
                    <a:pt x="24" y="40"/>
                    <a:pt x="24" y="40"/>
                    <a:pt x="23" y="40"/>
                  </a:cubicBezTo>
                  <a:cubicBezTo>
                    <a:pt x="23" y="40"/>
                    <a:pt x="23" y="40"/>
                    <a:pt x="23" y="40"/>
                  </a:cubicBezTo>
                  <a:cubicBezTo>
                    <a:pt x="23" y="40"/>
                    <a:pt x="23" y="40"/>
                    <a:pt x="23" y="41"/>
                  </a:cubicBezTo>
                  <a:cubicBezTo>
                    <a:pt x="23" y="41"/>
                    <a:pt x="23" y="41"/>
                    <a:pt x="23" y="41"/>
                  </a:cubicBezTo>
                  <a:cubicBezTo>
                    <a:pt x="21" y="38"/>
                    <a:pt x="20" y="37"/>
                    <a:pt x="20" y="34"/>
                  </a:cubicBezTo>
                  <a:cubicBezTo>
                    <a:pt x="19" y="32"/>
                    <a:pt x="20" y="31"/>
                    <a:pt x="20" y="30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21" y="30"/>
                    <a:pt x="22" y="29"/>
                    <a:pt x="22" y="29"/>
                  </a:cubicBezTo>
                  <a:cubicBezTo>
                    <a:pt x="24" y="27"/>
                    <a:pt x="27" y="27"/>
                    <a:pt x="29" y="26"/>
                  </a:cubicBezTo>
                  <a:cubicBezTo>
                    <a:pt x="30" y="27"/>
                    <a:pt x="30" y="26"/>
                    <a:pt x="31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Freeform 18"/>
            <p:cNvSpPr>
              <a:spLocks noEditPoints="1"/>
            </p:cNvSpPr>
            <p:nvPr/>
          </p:nvSpPr>
          <p:spPr bwMode="auto">
            <a:xfrm>
              <a:off x="5110" y="4136"/>
              <a:ext cx="158" cy="147"/>
            </a:xfrm>
            <a:custGeom>
              <a:avLst/>
              <a:gdLst>
                <a:gd name="T0" fmla="*/ 22 w 61"/>
                <a:gd name="T1" fmla="*/ 5 h 55"/>
                <a:gd name="T2" fmla="*/ 23 w 61"/>
                <a:gd name="T3" fmla="*/ 5 h 55"/>
                <a:gd name="T4" fmla="*/ 27 w 61"/>
                <a:gd name="T5" fmla="*/ 8 h 55"/>
                <a:gd name="T6" fmla="*/ 35 w 61"/>
                <a:gd name="T7" fmla="*/ 5 h 55"/>
                <a:gd name="T8" fmla="*/ 41 w 61"/>
                <a:gd name="T9" fmla="*/ 3 h 55"/>
                <a:gd name="T10" fmla="*/ 50 w 61"/>
                <a:gd name="T11" fmla="*/ 6 h 55"/>
                <a:gd name="T12" fmla="*/ 52 w 61"/>
                <a:gd name="T13" fmla="*/ 11 h 55"/>
                <a:gd name="T14" fmla="*/ 51 w 61"/>
                <a:gd name="T15" fmla="*/ 13 h 55"/>
                <a:gd name="T16" fmla="*/ 48 w 61"/>
                <a:gd name="T17" fmla="*/ 17 h 55"/>
                <a:gd name="T18" fmla="*/ 43 w 61"/>
                <a:gd name="T19" fmla="*/ 21 h 55"/>
                <a:gd name="T20" fmla="*/ 41 w 61"/>
                <a:gd name="T21" fmla="*/ 21 h 55"/>
                <a:gd name="T22" fmla="*/ 45 w 61"/>
                <a:gd name="T23" fmla="*/ 5 h 55"/>
                <a:gd name="T24" fmla="*/ 38 w 61"/>
                <a:gd name="T25" fmla="*/ 6 h 55"/>
                <a:gd name="T26" fmla="*/ 32 w 61"/>
                <a:gd name="T27" fmla="*/ 8 h 55"/>
                <a:gd name="T28" fmla="*/ 22 w 61"/>
                <a:gd name="T29" fmla="*/ 14 h 55"/>
                <a:gd name="T30" fmla="*/ 21 w 61"/>
                <a:gd name="T31" fmla="*/ 19 h 55"/>
                <a:gd name="T32" fmla="*/ 21 w 61"/>
                <a:gd name="T33" fmla="*/ 32 h 55"/>
                <a:gd name="T34" fmla="*/ 20 w 61"/>
                <a:gd name="T35" fmla="*/ 46 h 55"/>
                <a:gd name="T36" fmla="*/ 17 w 61"/>
                <a:gd name="T37" fmla="*/ 54 h 55"/>
                <a:gd name="T38" fmla="*/ 13 w 61"/>
                <a:gd name="T39" fmla="*/ 50 h 55"/>
                <a:gd name="T40" fmla="*/ 4 w 61"/>
                <a:gd name="T41" fmla="*/ 35 h 55"/>
                <a:gd name="T42" fmla="*/ 5 w 61"/>
                <a:gd name="T43" fmla="*/ 32 h 55"/>
                <a:gd name="T44" fmla="*/ 6 w 61"/>
                <a:gd name="T45" fmla="*/ 26 h 55"/>
                <a:gd name="T46" fmla="*/ 13 w 61"/>
                <a:gd name="T47" fmla="*/ 18 h 55"/>
                <a:gd name="T48" fmla="*/ 3 w 61"/>
                <a:gd name="T49" fmla="*/ 18 h 55"/>
                <a:gd name="T50" fmla="*/ 0 w 61"/>
                <a:gd name="T51" fmla="*/ 14 h 55"/>
                <a:gd name="T52" fmla="*/ 0 w 61"/>
                <a:gd name="T53" fmla="*/ 13 h 55"/>
                <a:gd name="T54" fmla="*/ 6 w 61"/>
                <a:gd name="T55" fmla="*/ 13 h 55"/>
                <a:gd name="T56" fmla="*/ 15 w 61"/>
                <a:gd name="T57" fmla="*/ 11 h 55"/>
                <a:gd name="T58" fmla="*/ 20 w 61"/>
                <a:gd name="T59" fmla="*/ 3 h 55"/>
                <a:gd name="T60" fmla="*/ 22 w 61"/>
                <a:gd name="T61" fmla="*/ 1 h 55"/>
                <a:gd name="T62" fmla="*/ 36 w 61"/>
                <a:gd name="T63" fmla="*/ 21 h 55"/>
                <a:gd name="T64" fmla="*/ 36 w 61"/>
                <a:gd name="T65" fmla="*/ 30 h 55"/>
                <a:gd name="T66" fmla="*/ 47 w 61"/>
                <a:gd name="T67" fmla="*/ 23 h 55"/>
                <a:gd name="T68" fmla="*/ 52 w 61"/>
                <a:gd name="T69" fmla="*/ 24 h 55"/>
                <a:gd name="T70" fmla="*/ 55 w 61"/>
                <a:gd name="T71" fmla="*/ 30 h 55"/>
                <a:gd name="T72" fmla="*/ 52 w 61"/>
                <a:gd name="T73" fmla="*/ 40 h 55"/>
                <a:gd name="T74" fmla="*/ 58 w 61"/>
                <a:gd name="T75" fmla="*/ 46 h 55"/>
                <a:gd name="T76" fmla="*/ 60 w 61"/>
                <a:gd name="T77" fmla="*/ 52 h 55"/>
                <a:gd name="T78" fmla="*/ 52 w 61"/>
                <a:gd name="T79" fmla="*/ 48 h 55"/>
                <a:gd name="T80" fmla="*/ 45 w 61"/>
                <a:gd name="T81" fmla="*/ 48 h 55"/>
                <a:gd name="T82" fmla="*/ 41 w 61"/>
                <a:gd name="T83" fmla="*/ 49 h 55"/>
                <a:gd name="T84" fmla="*/ 33 w 61"/>
                <a:gd name="T85" fmla="*/ 48 h 55"/>
                <a:gd name="T86" fmla="*/ 29 w 61"/>
                <a:gd name="T87" fmla="*/ 44 h 55"/>
                <a:gd name="T88" fmla="*/ 29 w 61"/>
                <a:gd name="T89" fmla="*/ 38 h 55"/>
                <a:gd name="T90" fmla="*/ 30 w 61"/>
                <a:gd name="T91" fmla="*/ 34 h 55"/>
                <a:gd name="T92" fmla="*/ 32 w 61"/>
                <a:gd name="T93" fmla="*/ 26 h 55"/>
                <a:gd name="T94" fmla="*/ 34 w 61"/>
                <a:gd name="T95" fmla="*/ 21 h 55"/>
                <a:gd name="T96" fmla="*/ 35 w 61"/>
                <a:gd name="T97" fmla="*/ 17 h 55"/>
                <a:gd name="T98" fmla="*/ 16 w 61"/>
                <a:gd name="T99" fmla="*/ 27 h 55"/>
                <a:gd name="T100" fmla="*/ 16 w 61"/>
                <a:gd name="T101" fmla="*/ 30 h 55"/>
                <a:gd name="T102" fmla="*/ 15 w 61"/>
                <a:gd name="T103" fmla="*/ 42 h 55"/>
                <a:gd name="T104" fmla="*/ 11 w 61"/>
                <a:gd name="T105" fmla="*/ 42 h 55"/>
                <a:gd name="T106" fmla="*/ 9 w 61"/>
                <a:gd name="T107" fmla="*/ 34 h 55"/>
                <a:gd name="T108" fmla="*/ 14 w 61"/>
                <a:gd name="T109" fmla="*/ 24 h 55"/>
                <a:gd name="T110" fmla="*/ 46 w 61"/>
                <a:gd name="T111" fmla="*/ 27 h 55"/>
                <a:gd name="T112" fmla="*/ 48 w 61"/>
                <a:gd name="T113" fmla="*/ 32 h 55"/>
                <a:gd name="T114" fmla="*/ 46 w 61"/>
                <a:gd name="T115" fmla="*/ 37 h 55"/>
                <a:gd name="T116" fmla="*/ 44 w 61"/>
                <a:gd name="T117" fmla="*/ 27 h 55"/>
                <a:gd name="T118" fmla="*/ 40 w 61"/>
                <a:gd name="T119" fmla="*/ 38 h 55"/>
                <a:gd name="T120" fmla="*/ 40 w 61"/>
                <a:gd name="T121" fmla="*/ 43 h 55"/>
                <a:gd name="T122" fmla="*/ 35 w 61"/>
                <a:gd name="T123" fmla="*/ 41 h 55"/>
                <a:gd name="T124" fmla="*/ 39 w 61"/>
                <a:gd name="T125" fmla="*/ 37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61" h="55">
                  <a:moveTo>
                    <a:pt x="22" y="1"/>
                  </a:moveTo>
                  <a:cubicBezTo>
                    <a:pt x="24" y="2"/>
                    <a:pt x="21" y="3"/>
                    <a:pt x="22" y="4"/>
                  </a:cubicBezTo>
                  <a:cubicBezTo>
                    <a:pt x="22" y="4"/>
                    <a:pt x="21" y="5"/>
                    <a:pt x="22" y="5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22" y="6"/>
                    <a:pt x="23" y="6"/>
                  </a:cubicBezTo>
                  <a:cubicBezTo>
                    <a:pt x="23" y="6"/>
                    <a:pt x="23" y="5"/>
                    <a:pt x="23" y="5"/>
                  </a:cubicBezTo>
                  <a:cubicBezTo>
                    <a:pt x="24" y="5"/>
                    <a:pt x="24" y="6"/>
                    <a:pt x="24" y="6"/>
                  </a:cubicBezTo>
                  <a:cubicBezTo>
                    <a:pt x="25" y="6"/>
                    <a:pt x="25" y="7"/>
                    <a:pt x="25" y="7"/>
                  </a:cubicBezTo>
                  <a:cubicBezTo>
                    <a:pt x="26" y="7"/>
                    <a:pt x="26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7" y="8"/>
                    <a:pt x="27" y="8"/>
                    <a:pt x="27" y="8"/>
                  </a:cubicBezTo>
                  <a:cubicBezTo>
                    <a:pt x="29" y="7"/>
                    <a:pt x="32" y="6"/>
                    <a:pt x="35" y="5"/>
                  </a:cubicBezTo>
                  <a:cubicBezTo>
                    <a:pt x="35" y="5"/>
                    <a:pt x="36" y="4"/>
                    <a:pt x="37" y="4"/>
                  </a:cubicBezTo>
                  <a:cubicBezTo>
                    <a:pt x="38" y="4"/>
                    <a:pt x="39" y="4"/>
                    <a:pt x="39" y="4"/>
                  </a:cubicBezTo>
                  <a:cubicBezTo>
                    <a:pt x="40" y="4"/>
                    <a:pt x="40" y="3"/>
                    <a:pt x="41" y="3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3"/>
                    <a:pt x="45" y="3"/>
                    <a:pt x="47" y="4"/>
                  </a:cubicBezTo>
                  <a:cubicBezTo>
                    <a:pt x="48" y="4"/>
                    <a:pt x="49" y="5"/>
                    <a:pt x="50" y="6"/>
                  </a:cubicBezTo>
                  <a:cubicBezTo>
                    <a:pt x="52" y="6"/>
                    <a:pt x="52" y="8"/>
                    <a:pt x="53" y="9"/>
                  </a:cubicBezTo>
                  <a:cubicBezTo>
                    <a:pt x="52" y="9"/>
                    <a:pt x="52" y="10"/>
                    <a:pt x="52" y="10"/>
                  </a:cubicBezTo>
                  <a:cubicBezTo>
                    <a:pt x="52" y="10"/>
                    <a:pt x="52" y="10"/>
                    <a:pt x="52" y="11"/>
                  </a:cubicBezTo>
                  <a:cubicBezTo>
                    <a:pt x="52" y="11"/>
                    <a:pt x="52" y="11"/>
                    <a:pt x="52" y="11"/>
                  </a:cubicBezTo>
                  <a:cubicBezTo>
                    <a:pt x="52" y="11"/>
                    <a:pt x="51" y="11"/>
                    <a:pt x="52" y="12"/>
                  </a:cubicBezTo>
                  <a:cubicBezTo>
                    <a:pt x="51" y="12"/>
                    <a:pt x="51" y="13"/>
                    <a:pt x="51" y="13"/>
                  </a:cubicBezTo>
                  <a:cubicBezTo>
                    <a:pt x="51" y="13"/>
                    <a:pt x="51" y="13"/>
                    <a:pt x="51" y="13"/>
                  </a:cubicBezTo>
                  <a:cubicBezTo>
                    <a:pt x="51" y="14"/>
                    <a:pt x="51" y="15"/>
                    <a:pt x="50" y="15"/>
                  </a:cubicBezTo>
                  <a:cubicBezTo>
                    <a:pt x="50" y="16"/>
                    <a:pt x="49" y="16"/>
                    <a:pt x="48" y="17"/>
                  </a:cubicBezTo>
                  <a:cubicBezTo>
                    <a:pt x="48" y="17"/>
                    <a:pt x="48" y="17"/>
                    <a:pt x="48" y="17"/>
                  </a:cubicBezTo>
                  <a:cubicBezTo>
                    <a:pt x="46" y="18"/>
                    <a:pt x="45" y="20"/>
                    <a:pt x="43" y="21"/>
                  </a:cubicBezTo>
                  <a:cubicBezTo>
                    <a:pt x="43" y="21"/>
                    <a:pt x="43" y="20"/>
                    <a:pt x="43" y="21"/>
                  </a:cubicBezTo>
                  <a:cubicBezTo>
                    <a:pt x="42" y="21"/>
                    <a:pt x="42" y="21"/>
                    <a:pt x="42" y="21"/>
                  </a:cubicBezTo>
                  <a:cubicBezTo>
                    <a:pt x="43" y="20"/>
                    <a:pt x="43" y="20"/>
                    <a:pt x="43" y="20"/>
                  </a:cubicBezTo>
                  <a:cubicBezTo>
                    <a:pt x="42" y="20"/>
                    <a:pt x="41" y="21"/>
                    <a:pt x="41" y="21"/>
                  </a:cubicBezTo>
                  <a:cubicBezTo>
                    <a:pt x="40" y="21"/>
                    <a:pt x="40" y="22"/>
                    <a:pt x="39" y="22"/>
                  </a:cubicBezTo>
                  <a:cubicBezTo>
                    <a:pt x="42" y="17"/>
                    <a:pt x="47" y="15"/>
                    <a:pt x="48" y="10"/>
                  </a:cubicBezTo>
                  <a:cubicBezTo>
                    <a:pt x="48" y="8"/>
                    <a:pt x="47" y="6"/>
                    <a:pt x="45" y="5"/>
                  </a:cubicBezTo>
                  <a:cubicBezTo>
                    <a:pt x="44" y="6"/>
                    <a:pt x="43" y="5"/>
                    <a:pt x="42" y="6"/>
                  </a:cubicBezTo>
                  <a:cubicBezTo>
                    <a:pt x="42" y="6"/>
                    <a:pt x="41" y="5"/>
                    <a:pt x="40" y="5"/>
                  </a:cubicBezTo>
                  <a:cubicBezTo>
                    <a:pt x="39" y="6"/>
                    <a:pt x="38" y="6"/>
                    <a:pt x="38" y="6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7" y="6"/>
                    <a:pt x="36" y="7"/>
                    <a:pt x="36" y="7"/>
                  </a:cubicBezTo>
                  <a:cubicBezTo>
                    <a:pt x="34" y="6"/>
                    <a:pt x="33" y="8"/>
                    <a:pt x="32" y="8"/>
                  </a:cubicBezTo>
                  <a:cubicBezTo>
                    <a:pt x="31" y="8"/>
                    <a:pt x="30" y="9"/>
                    <a:pt x="29" y="9"/>
                  </a:cubicBezTo>
                  <a:cubicBezTo>
                    <a:pt x="28" y="10"/>
                    <a:pt x="26" y="11"/>
                    <a:pt x="25" y="11"/>
                  </a:cubicBezTo>
                  <a:cubicBezTo>
                    <a:pt x="24" y="13"/>
                    <a:pt x="23" y="13"/>
                    <a:pt x="22" y="14"/>
                  </a:cubicBezTo>
                  <a:cubicBezTo>
                    <a:pt x="21" y="14"/>
                    <a:pt x="22" y="15"/>
                    <a:pt x="21" y="16"/>
                  </a:cubicBezTo>
                  <a:cubicBezTo>
                    <a:pt x="22" y="17"/>
                    <a:pt x="21" y="17"/>
                    <a:pt x="21" y="18"/>
                  </a:cubicBezTo>
                  <a:cubicBezTo>
                    <a:pt x="21" y="18"/>
                    <a:pt x="22" y="19"/>
                    <a:pt x="21" y="19"/>
                  </a:cubicBezTo>
                  <a:cubicBezTo>
                    <a:pt x="21" y="20"/>
                    <a:pt x="21" y="21"/>
                    <a:pt x="21" y="22"/>
                  </a:cubicBezTo>
                  <a:cubicBezTo>
                    <a:pt x="21" y="24"/>
                    <a:pt x="21" y="27"/>
                    <a:pt x="21" y="29"/>
                  </a:cubicBezTo>
                  <a:cubicBezTo>
                    <a:pt x="21" y="30"/>
                    <a:pt x="21" y="31"/>
                    <a:pt x="21" y="32"/>
                  </a:cubicBezTo>
                  <a:cubicBezTo>
                    <a:pt x="21" y="34"/>
                    <a:pt x="21" y="36"/>
                    <a:pt x="21" y="38"/>
                  </a:cubicBezTo>
                  <a:cubicBezTo>
                    <a:pt x="21" y="40"/>
                    <a:pt x="20" y="41"/>
                    <a:pt x="20" y="42"/>
                  </a:cubicBezTo>
                  <a:cubicBezTo>
                    <a:pt x="20" y="43"/>
                    <a:pt x="21" y="45"/>
                    <a:pt x="20" y="46"/>
                  </a:cubicBezTo>
                  <a:cubicBezTo>
                    <a:pt x="20" y="47"/>
                    <a:pt x="19" y="48"/>
                    <a:pt x="20" y="49"/>
                  </a:cubicBezTo>
                  <a:cubicBezTo>
                    <a:pt x="18" y="50"/>
                    <a:pt x="19" y="51"/>
                    <a:pt x="19" y="52"/>
                  </a:cubicBezTo>
                  <a:cubicBezTo>
                    <a:pt x="19" y="53"/>
                    <a:pt x="18" y="54"/>
                    <a:pt x="17" y="54"/>
                  </a:cubicBezTo>
                  <a:cubicBezTo>
                    <a:pt x="17" y="54"/>
                    <a:pt x="16" y="55"/>
                    <a:pt x="16" y="54"/>
                  </a:cubicBezTo>
                  <a:cubicBezTo>
                    <a:pt x="16" y="53"/>
                    <a:pt x="16" y="53"/>
                    <a:pt x="15" y="52"/>
                  </a:cubicBezTo>
                  <a:cubicBezTo>
                    <a:pt x="14" y="52"/>
                    <a:pt x="13" y="51"/>
                    <a:pt x="13" y="50"/>
                  </a:cubicBezTo>
                  <a:cubicBezTo>
                    <a:pt x="10" y="47"/>
                    <a:pt x="7" y="45"/>
                    <a:pt x="6" y="41"/>
                  </a:cubicBezTo>
                  <a:cubicBezTo>
                    <a:pt x="5" y="40"/>
                    <a:pt x="5" y="39"/>
                    <a:pt x="4" y="38"/>
                  </a:cubicBezTo>
                  <a:cubicBezTo>
                    <a:pt x="5" y="37"/>
                    <a:pt x="4" y="37"/>
                    <a:pt x="4" y="35"/>
                  </a:cubicBezTo>
                  <a:cubicBezTo>
                    <a:pt x="4" y="35"/>
                    <a:pt x="5" y="35"/>
                    <a:pt x="4" y="34"/>
                  </a:cubicBezTo>
                  <a:cubicBezTo>
                    <a:pt x="4" y="34"/>
                    <a:pt x="4" y="34"/>
                    <a:pt x="4" y="34"/>
                  </a:cubicBezTo>
                  <a:cubicBezTo>
                    <a:pt x="4" y="33"/>
                    <a:pt x="5" y="33"/>
                    <a:pt x="5" y="32"/>
                  </a:cubicBezTo>
                  <a:cubicBezTo>
                    <a:pt x="5" y="32"/>
                    <a:pt x="5" y="32"/>
                    <a:pt x="5" y="31"/>
                  </a:cubicBezTo>
                  <a:cubicBezTo>
                    <a:pt x="4" y="31"/>
                    <a:pt x="5" y="31"/>
                    <a:pt x="4" y="30"/>
                  </a:cubicBezTo>
                  <a:cubicBezTo>
                    <a:pt x="5" y="29"/>
                    <a:pt x="6" y="27"/>
                    <a:pt x="6" y="26"/>
                  </a:cubicBezTo>
                  <a:cubicBezTo>
                    <a:pt x="7" y="26"/>
                    <a:pt x="7" y="25"/>
                    <a:pt x="8" y="24"/>
                  </a:cubicBezTo>
                  <a:cubicBezTo>
                    <a:pt x="10" y="22"/>
                    <a:pt x="11" y="20"/>
                    <a:pt x="13" y="18"/>
                  </a:cubicBezTo>
                  <a:cubicBezTo>
                    <a:pt x="13" y="18"/>
                    <a:pt x="13" y="18"/>
                    <a:pt x="13" y="18"/>
                  </a:cubicBezTo>
                  <a:cubicBezTo>
                    <a:pt x="13" y="19"/>
                    <a:pt x="12" y="19"/>
                    <a:pt x="12" y="19"/>
                  </a:cubicBezTo>
                  <a:cubicBezTo>
                    <a:pt x="10" y="20"/>
                    <a:pt x="9" y="21"/>
                    <a:pt x="7" y="20"/>
                  </a:cubicBezTo>
                  <a:cubicBezTo>
                    <a:pt x="5" y="19"/>
                    <a:pt x="4" y="20"/>
                    <a:pt x="3" y="18"/>
                  </a:cubicBezTo>
                  <a:cubicBezTo>
                    <a:pt x="2" y="18"/>
                    <a:pt x="2" y="17"/>
                    <a:pt x="1" y="16"/>
                  </a:cubicBezTo>
                  <a:cubicBezTo>
                    <a:pt x="0" y="16"/>
                    <a:pt x="0" y="15"/>
                    <a:pt x="0" y="15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5"/>
                    <a:pt x="1" y="15"/>
                    <a:pt x="1" y="15"/>
                  </a:cubicBezTo>
                  <a:cubicBezTo>
                    <a:pt x="1" y="14"/>
                    <a:pt x="1" y="14"/>
                    <a:pt x="1" y="14"/>
                  </a:cubicBezTo>
                  <a:cubicBezTo>
                    <a:pt x="1" y="14"/>
                    <a:pt x="0" y="14"/>
                    <a:pt x="0" y="13"/>
                  </a:cubicBezTo>
                  <a:cubicBezTo>
                    <a:pt x="1" y="12"/>
                    <a:pt x="2" y="14"/>
                    <a:pt x="2" y="14"/>
                  </a:cubicBezTo>
                  <a:cubicBezTo>
                    <a:pt x="3" y="13"/>
                    <a:pt x="4" y="14"/>
                    <a:pt x="5" y="14"/>
                  </a:cubicBezTo>
                  <a:cubicBezTo>
                    <a:pt x="5" y="14"/>
                    <a:pt x="6" y="13"/>
                    <a:pt x="6" y="13"/>
                  </a:cubicBezTo>
                  <a:cubicBezTo>
                    <a:pt x="7" y="13"/>
                    <a:pt x="8" y="13"/>
                    <a:pt x="9" y="13"/>
                  </a:cubicBezTo>
                  <a:cubicBezTo>
                    <a:pt x="10" y="12"/>
                    <a:pt x="11" y="11"/>
                    <a:pt x="12" y="12"/>
                  </a:cubicBezTo>
                  <a:cubicBezTo>
                    <a:pt x="13" y="11"/>
                    <a:pt x="14" y="11"/>
                    <a:pt x="15" y="11"/>
                  </a:cubicBezTo>
                  <a:cubicBezTo>
                    <a:pt x="16" y="11"/>
                    <a:pt x="16" y="9"/>
                    <a:pt x="17" y="10"/>
                  </a:cubicBezTo>
                  <a:cubicBezTo>
                    <a:pt x="19" y="9"/>
                    <a:pt x="18" y="7"/>
                    <a:pt x="19" y="6"/>
                  </a:cubicBezTo>
                  <a:cubicBezTo>
                    <a:pt x="19" y="5"/>
                    <a:pt x="19" y="4"/>
                    <a:pt x="20" y="3"/>
                  </a:cubicBezTo>
                  <a:cubicBezTo>
                    <a:pt x="19" y="3"/>
                    <a:pt x="20" y="3"/>
                    <a:pt x="19" y="2"/>
                  </a:cubicBezTo>
                  <a:cubicBezTo>
                    <a:pt x="21" y="2"/>
                    <a:pt x="19" y="0"/>
                    <a:pt x="21" y="0"/>
                  </a:cubicBezTo>
                  <a:cubicBezTo>
                    <a:pt x="21" y="0"/>
                    <a:pt x="21" y="1"/>
                    <a:pt x="22" y="1"/>
                  </a:cubicBezTo>
                  <a:close/>
                  <a:moveTo>
                    <a:pt x="36" y="19"/>
                  </a:moveTo>
                  <a:cubicBezTo>
                    <a:pt x="37" y="19"/>
                    <a:pt x="37" y="20"/>
                    <a:pt x="37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6" y="21"/>
                    <a:pt x="36" y="21"/>
                    <a:pt x="36" y="21"/>
                  </a:cubicBezTo>
                  <a:cubicBezTo>
                    <a:pt x="37" y="21"/>
                    <a:pt x="36" y="22"/>
                    <a:pt x="36" y="23"/>
                  </a:cubicBezTo>
                  <a:cubicBezTo>
                    <a:pt x="37" y="26"/>
                    <a:pt x="35" y="28"/>
                    <a:pt x="36" y="30"/>
                  </a:cubicBezTo>
                  <a:cubicBezTo>
                    <a:pt x="37" y="28"/>
                    <a:pt x="39" y="26"/>
                    <a:pt x="41" y="25"/>
                  </a:cubicBezTo>
                  <a:cubicBezTo>
                    <a:pt x="43" y="24"/>
                    <a:pt x="44" y="23"/>
                    <a:pt x="46" y="23"/>
                  </a:cubicBezTo>
                  <a:cubicBezTo>
                    <a:pt x="46" y="23"/>
                    <a:pt x="47" y="23"/>
                    <a:pt x="47" y="23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48" y="23"/>
                    <a:pt x="49" y="22"/>
                    <a:pt x="50" y="23"/>
                  </a:cubicBezTo>
                  <a:cubicBezTo>
                    <a:pt x="51" y="22"/>
                    <a:pt x="51" y="24"/>
                    <a:pt x="52" y="24"/>
                  </a:cubicBezTo>
                  <a:cubicBezTo>
                    <a:pt x="53" y="25"/>
                    <a:pt x="53" y="25"/>
                    <a:pt x="53" y="25"/>
                  </a:cubicBezTo>
                  <a:cubicBezTo>
                    <a:pt x="53" y="26"/>
                    <a:pt x="54" y="27"/>
                    <a:pt x="54" y="28"/>
                  </a:cubicBezTo>
                  <a:cubicBezTo>
                    <a:pt x="55" y="29"/>
                    <a:pt x="55" y="29"/>
                    <a:pt x="55" y="30"/>
                  </a:cubicBezTo>
                  <a:cubicBezTo>
                    <a:pt x="55" y="31"/>
                    <a:pt x="55" y="32"/>
                    <a:pt x="55" y="32"/>
                  </a:cubicBezTo>
                  <a:cubicBezTo>
                    <a:pt x="56" y="33"/>
                    <a:pt x="55" y="33"/>
                    <a:pt x="55" y="33"/>
                  </a:cubicBezTo>
                  <a:cubicBezTo>
                    <a:pt x="54" y="36"/>
                    <a:pt x="53" y="38"/>
                    <a:pt x="52" y="40"/>
                  </a:cubicBezTo>
                  <a:cubicBezTo>
                    <a:pt x="52" y="41"/>
                    <a:pt x="53" y="42"/>
                    <a:pt x="53" y="42"/>
                  </a:cubicBezTo>
                  <a:cubicBezTo>
                    <a:pt x="55" y="43"/>
                    <a:pt x="55" y="44"/>
                    <a:pt x="57" y="45"/>
                  </a:cubicBezTo>
                  <a:cubicBezTo>
                    <a:pt x="57" y="45"/>
                    <a:pt x="57" y="46"/>
                    <a:pt x="58" y="46"/>
                  </a:cubicBezTo>
                  <a:cubicBezTo>
                    <a:pt x="59" y="47"/>
                    <a:pt x="60" y="48"/>
                    <a:pt x="60" y="49"/>
                  </a:cubicBezTo>
                  <a:cubicBezTo>
                    <a:pt x="60" y="50"/>
                    <a:pt x="61" y="50"/>
                    <a:pt x="60" y="51"/>
                  </a:cubicBezTo>
                  <a:cubicBezTo>
                    <a:pt x="61" y="51"/>
                    <a:pt x="60" y="52"/>
                    <a:pt x="60" y="52"/>
                  </a:cubicBezTo>
                  <a:cubicBezTo>
                    <a:pt x="59" y="52"/>
                    <a:pt x="57" y="52"/>
                    <a:pt x="56" y="52"/>
                  </a:cubicBezTo>
                  <a:cubicBezTo>
                    <a:pt x="55" y="51"/>
                    <a:pt x="55" y="50"/>
                    <a:pt x="54" y="50"/>
                  </a:cubicBezTo>
                  <a:cubicBezTo>
                    <a:pt x="54" y="48"/>
                    <a:pt x="52" y="49"/>
                    <a:pt x="52" y="48"/>
                  </a:cubicBezTo>
                  <a:cubicBezTo>
                    <a:pt x="51" y="48"/>
                    <a:pt x="50" y="47"/>
                    <a:pt x="49" y="46"/>
                  </a:cubicBezTo>
                  <a:cubicBezTo>
                    <a:pt x="48" y="46"/>
                    <a:pt x="48" y="47"/>
                    <a:pt x="47" y="47"/>
                  </a:cubicBezTo>
                  <a:cubicBezTo>
                    <a:pt x="47" y="48"/>
                    <a:pt x="45" y="48"/>
                    <a:pt x="45" y="48"/>
                  </a:cubicBezTo>
                  <a:cubicBezTo>
                    <a:pt x="43" y="49"/>
                    <a:pt x="42" y="50"/>
                    <a:pt x="41" y="50"/>
                  </a:cubicBezTo>
                  <a:cubicBezTo>
                    <a:pt x="40" y="50"/>
                    <a:pt x="40" y="50"/>
                    <a:pt x="40" y="50"/>
                  </a:cubicBezTo>
                  <a:cubicBezTo>
                    <a:pt x="41" y="50"/>
                    <a:pt x="41" y="50"/>
                    <a:pt x="41" y="49"/>
                  </a:cubicBezTo>
                  <a:cubicBezTo>
                    <a:pt x="40" y="49"/>
                    <a:pt x="40" y="49"/>
                    <a:pt x="39" y="49"/>
                  </a:cubicBezTo>
                  <a:cubicBezTo>
                    <a:pt x="38" y="50"/>
                    <a:pt x="37" y="49"/>
                    <a:pt x="36" y="49"/>
                  </a:cubicBezTo>
                  <a:cubicBezTo>
                    <a:pt x="35" y="49"/>
                    <a:pt x="34" y="48"/>
                    <a:pt x="33" y="48"/>
                  </a:cubicBezTo>
                  <a:cubicBezTo>
                    <a:pt x="33" y="49"/>
                    <a:pt x="33" y="49"/>
                    <a:pt x="33" y="49"/>
                  </a:cubicBezTo>
                  <a:cubicBezTo>
                    <a:pt x="32" y="48"/>
                    <a:pt x="31" y="47"/>
                    <a:pt x="30" y="46"/>
                  </a:cubicBezTo>
                  <a:cubicBezTo>
                    <a:pt x="29" y="46"/>
                    <a:pt x="30" y="45"/>
                    <a:pt x="29" y="44"/>
                  </a:cubicBezTo>
                  <a:cubicBezTo>
                    <a:pt x="29" y="43"/>
                    <a:pt x="29" y="42"/>
                    <a:pt x="28" y="42"/>
                  </a:cubicBezTo>
                  <a:cubicBezTo>
                    <a:pt x="29" y="41"/>
                    <a:pt x="29" y="39"/>
                    <a:pt x="30" y="38"/>
                  </a:cubicBezTo>
                  <a:cubicBezTo>
                    <a:pt x="30" y="38"/>
                    <a:pt x="30" y="38"/>
                    <a:pt x="29" y="38"/>
                  </a:cubicBezTo>
                  <a:cubicBezTo>
                    <a:pt x="29" y="37"/>
                    <a:pt x="30" y="36"/>
                    <a:pt x="30" y="36"/>
                  </a:cubicBezTo>
                  <a:cubicBezTo>
                    <a:pt x="30" y="36"/>
                    <a:pt x="30" y="36"/>
                    <a:pt x="30" y="36"/>
                  </a:cubicBezTo>
                  <a:cubicBezTo>
                    <a:pt x="30" y="35"/>
                    <a:pt x="30" y="34"/>
                    <a:pt x="30" y="34"/>
                  </a:cubicBezTo>
                  <a:cubicBezTo>
                    <a:pt x="30" y="33"/>
                    <a:pt x="30" y="32"/>
                    <a:pt x="31" y="30"/>
                  </a:cubicBezTo>
                  <a:cubicBezTo>
                    <a:pt x="32" y="30"/>
                    <a:pt x="31" y="29"/>
                    <a:pt x="31" y="29"/>
                  </a:cubicBezTo>
                  <a:cubicBezTo>
                    <a:pt x="31" y="27"/>
                    <a:pt x="33" y="27"/>
                    <a:pt x="32" y="26"/>
                  </a:cubicBezTo>
                  <a:cubicBezTo>
                    <a:pt x="32" y="26"/>
                    <a:pt x="33" y="25"/>
                    <a:pt x="32" y="25"/>
                  </a:cubicBezTo>
                  <a:cubicBezTo>
                    <a:pt x="33" y="24"/>
                    <a:pt x="33" y="23"/>
                    <a:pt x="33" y="21"/>
                  </a:cubicBezTo>
                  <a:cubicBezTo>
                    <a:pt x="33" y="22"/>
                    <a:pt x="34" y="22"/>
                    <a:pt x="34" y="21"/>
                  </a:cubicBezTo>
                  <a:cubicBezTo>
                    <a:pt x="34" y="20"/>
                    <a:pt x="33" y="20"/>
                    <a:pt x="33" y="19"/>
                  </a:cubicBezTo>
                  <a:cubicBezTo>
                    <a:pt x="33" y="18"/>
                    <a:pt x="33" y="18"/>
                    <a:pt x="33" y="18"/>
                  </a:cubicBezTo>
                  <a:cubicBezTo>
                    <a:pt x="34" y="18"/>
                    <a:pt x="34" y="17"/>
                    <a:pt x="35" y="17"/>
                  </a:cubicBezTo>
                  <a:lnTo>
                    <a:pt x="36" y="19"/>
                  </a:lnTo>
                  <a:close/>
                  <a:moveTo>
                    <a:pt x="16" y="23"/>
                  </a:moveTo>
                  <a:cubicBezTo>
                    <a:pt x="17" y="25"/>
                    <a:pt x="16" y="26"/>
                    <a:pt x="16" y="27"/>
                  </a:cubicBezTo>
                  <a:cubicBezTo>
                    <a:pt x="16" y="28"/>
                    <a:pt x="16" y="28"/>
                    <a:pt x="16" y="28"/>
                  </a:cubicBezTo>
                  <a:cubicBezTo>
                    <a:pt x="16" y="29"/>
                    <a:pt x="15" y="30"/>
                    <a:pt x="16" y="30"/>
                  </a:cubicBezTo>
                  <a:cubicBezTo>
                    <a:pt x="16" y="30"/>
                    <a:pt x="16" y="30"/>
                    <a:pt x="16" y="30"/>
                  </a:cubicBezTo>
                  <a:cubicBezTo>
                    <a:pt x="16" y="33"/>
                    <a:pt x="16" y="34"/>
                    <a:pt x="15" y="37"/>
                  </a:cubicBezTo>
                  <a:cubicBezTo>
                    <a:pt x="16" y="37"/>
                    <a:pt x="16" y="38"/>
                    <a:pt x="16" y="39"/>
                  </a:cubicBezTo>
                  <a:cubicBezTo>
                    <a:pt x="16" y="40"/>
                    <a:pt x="16" y="41"/>
                    <a:pt x="15" y="42"/>
                  </a:cubicBezTo>
                  <a:cubicBezTo>
                    <a:pt x="15" y="43"/>
                    <a:pt x="15" y="43"/>
                    <a:pt x="15" y="44"/>
                  </a:cubicBezTo>
                  <a:cubicBezTo>
                    <a:pt x="15" y="44"/>
                    <a:pt x="15" y="44"/>
                    <a:pt x="15" y="44"/>
                  </a:cubicBezTo>
                  <a:cubicBezTo>
                    <a:pt x="14" y="43"/>
                    <a:pt x="12" y="43"/>
                    <a:pt x="11" y="42"/>
                  </a:cubicBezTo>
                  <a:cubicBezTo>
                    <a:pt x="11" y="41"/>
                    <a:pt x="10" y="41"/>
                    <a:pt x="10" y="40"/>
                  </a:cubicBezTo>
                  <a:cubicBezTo>
                    <a:pt x="9" y="38"/>
                    <a:pt x="9" y="37"/>
                    <a:pt x="9" y="35"/>
                  </a:cubicBezTo>
                  <a:cubicBezTo>
                    <a:pt x="9" y="35"/>
                    <a:pt x="10" y="34"/>
                    <a:pt x="9" y="34"/>
                  </a:cubicBezTo>
                  <a:cubicBezTo>
                    <a:pt x="10" y="33"/>
                    <a:pt x="9" y="33"/>
                    <a:pt x="9" y="33"/>
                  </a:cubicBezTo>
                  <a:cubicBezTo>
                    <a:pt x="10" y="31"/>
                    <a:pt x="10" y="28"/>
                    <a:pt x="12" y="27"/>
                  </a:cubicBezTo>
                  <a:cubicBezTo>
                    <a:pt x="12" y="26"/>
                    <a:pt x="13" y="25"/>
                    <a:pt x="14" y="24"/>
                  </a:cubicBezTo>
                  <a:cubicBezTo>
                    <a:pt x="14" y="23"/>
                    <a:pt x="15" y="22"/>
                    <a:pt x="16" y="20"/>
                  </a:cubicBezTo>
                  <a:cubicBezTo>
                    <a:pt x="16" y="22"/>
                    <a:pt x="17" y="23"/>
                    <a:pt x="16" y="23"/>
                  </a:cubicBezTo>
                  <a:close/>
                  <a:moveTo>
                    <a:pt x="46" y="27"/>
                  </a:moveTo>
                  <a:cubicBezTo>
                    <a:pt x="46" y="26"/>
                    <a:pt x="46" y="27"/>
                    <a:pt x="47" y="27"/>
                  </a:cubicBezTo>
                  <a:cubicBezTo>
                    <a:pt x="47" y="27"/>
                    <a:pt x="48" y="27"/>
                    <a:pt x="48" y="28"/>
                  </a:cubicBezTo>
                  <a:cubicBezTo>
                    <a:pt x="48" y="29"/>
                    <a:pt x="48" y="31"/>
                    <a:pt x="48" y="32"/>
                  </a:cubicBezTo>
                  <a:cubicBezTo>
                    <a:pt x="49" y="33"/>
                    <a:pt x="48" y="33"/>
                    <a:pt x="48" y="34"/>
                  </a:cubicBezTo>
                  <a:cubicBezTo>
                    <a:pt x="48" y="35"/>
                    <a:pt x="47" y="35"/>
                    <a:pt x="47" y="36"/>
                  </a:cubicBezTo>
                  <a:cubicBezTo>
                    <a:pt x="47" y="37"/>
                    <a:pt x="46" y="37"/>
                    <a:pt x="46" y="37"/>
                  </a:cubicBezTo>
                  <a:cubicBezTo>
                    <a:pt x="44" y="36"/>
                    <a:pt x="41" y="36"/>
                    <a:pt x="39" y="33"/>
                  </a:cubicBezTo>
                  <a:cubicBezTo>
                    <a:pt x="39" y="33"/>
                    <a:pt x="40" y="32"/>
                    <a:pt x="40" y="32"/>
                  </a:cubicBezTo>
                  <a:cubicBezTo>
                    <a:pt x="41" y="30"/>
                    <a:pt x="42" y="28"/>
                    <a:pt x="44" y="27"/>
                  </a:cubicBezTo>
                  <a:cubicBezTo>
                    <a:pt x="45" y="27"/>
                    <a:pt x="45" y="26"/>
                    <a:pt x="46" y="27"/>
                  </a:cubicBezTo>
                  <a:close/>
                  <a:moveTo>
                    <a:pt x="39" y="37"/>
                  </a:moveTo>
                  <a:cubicBezTo>
                    <a:pt x="39" y="38"/>
                    <a:pt x="39" y="38"/>
                    <a:pt x="40" y="38"/>
                  </a:cubicBezTo>
                  <a:cubicBezTo>
                    <a:pt x="41" y="39"/>
                    <a:pt x="41" y="39"/>
                    <a:pt x="42" y="39"/>
                  </a:cubicBezTo>
                  <a:cubicBezTo>
                    <a:pt x="43" y="41"/>
                    <a:pt x="43" y="41"/>
                    <a:pt x="43" y="41"/>
                  </a:cubicBezTo>
                  <a:cubicBezTo>
                    <a:pt x="42" y="42"/>
                    <a:pt x="42" y="44"/>
                    <a:pt x="40" y="43"/>
                  </a:cubicBezTo>
                  <a:cubicBezTo>
                    <a:pt x="40" y="44"/>
                    <a:pt x="39" y="43"/>
                    <a:pt x="38" y="43"/>
                  </a:cubicBezTo>
                  <a:cubicBezTo>
                    <a:pt x="37" y="44"/>
                    <a:pt x="36" y="43"/>
                    <a:pt x="35" y="44"/>
                  </a:cubicBezTo>
                  <a:cubicBezTo>
                    <a:pt x="35" y="43"/>
                    <a:pt x="35" y="42"/>
                    <a:pt x="35" y="41"/>
                  </a:cubicBezTo>
                  <a:cubicBezTo>
                    <a:pt x="35" y="40"/>
                    <a:pt x="37" y="39"/>
                    <a:pt x="37" y="37"/>
                  </a:cubicBezTo>
                  <a:cubicBezTo>
                    <a:pt x="37" y="37"/>
                    <a:pt x="37" y="35"/>
                    <a:pt x="38" y="36"/>
                  </a:cubicBezTo>
                  <a:lnTo>
                    <a:pt x="39" y="37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</p:grpSp>
      <p:sp>
        <p:nvSpPr>
          <p:cNvPr id="28" name="矩形 9"/>
          <p:cNvSpPr/>
          <p:nvPr userDrawn="1"/>
        </p:nvSpPr>
        <p:spPr>
          <a:xfrm>
            <a:off x="-10161" y="0"/>
            <a:ext cx="12202161" cy="1589102"/>
          </a:xfrm>
          <a:custGeom>
            <a:avLst/>
            <a:gdLst>
              <a:gd name="connsiteX0" fmla="*/ 0 w 12192001"/>
              <a:gd name="connsiteY0" fmla="*/ 0 h 1599658"/>
              <a:gd name="connsiteX1" fmla="*/ 12192001 w 12192001"/>
              <a:gd name="connsiteY1" fmla="*/ 0 h 1599658"/>
              <a:gd name="connsiteX2" fmla="*/ 12192001 w 12192001"/>
              <a:gd name="connsiteY2" fmla="*/ 1599658 h 1599658"/>
              <a:gd name="connsiteX3" fmla="*/ 0 w 12192001"/>
              <a:gd name="connsiteY3" fmla="*/ 1599658 h 1599658"/>
              <a:gd name="connsiteX4" fmla="*/ 0 w 12192001"/>
              <a:gd name="connsiteY4" fmla="*/ 0 h 1599658"/>
              <a:gd name="connsiteX0-1" fmla="*/ 0 w 12192001"/>
              <a:gd name="connsiteY0-2" fmla="*/ 0 h 1599658"/>
              <a:gd name="connsiteX1-3" fmla="*/ 12192001 w 12192001"/>
              <a:gd name="connsiteY1-4" fmla="*/ 0 h 1599658"/>
              <a:gd name="connsiteX2-5" fmla="*/ 12192001 w 12192001"/>
              <a:gd name="connsiteY2-6" fmla="*/ 1599658 h 1599658"/>
              <a:gd name="connsiteX3-7" fmla="*/ 0 w 12192001"/>
              <a:gd name="connsiteY3-8" fmla="*/ 818423 h 1599658"/>
              <a:gd name="connsiteX4-9" fmla="*/ 0 w 12192001"/>
              <a:gd name="connsiteY4-10" fmla="*/ 0 h 1599658"/>
              <a:gd name="connsiteX0-11" fmla="*/ 0 w 12192001"/>
              <a:gd name="connsiteY0-12" fmla="*/ 0 h 1599658"/>
              <a:gd name="connsiteX1-13" fmla="*/ 12192001 w 12192001"/>
              <a:gd name="connsiteY1-14" fmla="*/ 0 h 1599658"/>
              <a:gd name="connsiteX2-15" fmla="*/ 12192001 w 12192001"/>
              <a:gd name="connsiteY2-16" fmla="*/ 1599658 h 1599658"/>
              <a:gd name="connsiteX3-17" fmla="*/ 20320 w 12192001"/>
              <a:gd name="connsiteY3-18" fmla="*/ 452663 h 1599658"/>
              <a:gd name="connsiteX4-19" fmla="*/ 0 w 12192001"/>
              <a:gd name="connsiteY4-20" fmla="*/ 0 h 1599658"/>
              <a:gd name="connsiteX0-21" fmla="*/ 10160 w 12202161"/>
              <a:gd name="connsiteY0-22" fmla="*/ 0 h 1599658"/>
              <a:gd name="connsiteX1-23" fmla="*/ 12202161 w 12202161"/>
              <a:gd name="connsiteY1-24" fmla="*/ 0 h 1599658"/>
              <a:gd name="connsiteX2-25" fmla="*/ 12202161 w 12202161"/>
              <a:gd name="connsiteY2-26" fmla="*/ 1599658 h 1599658"/>
              <a:gd name="connsiteX3-27" fmla="*/ 0 w 12202161"/>
              <a:gd name="connsiteY3-28" fmla="*/ 461043 h 1599658"/>
              <a:gd name="connsiteX4-29" fmla="*/ 10160 w 12202161"/>
              <a:gd name="connsiteY4-30" fmla="*/ 0 h 1599658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12202161" h="1599658">
                <a:moveTo>
                  <a:pt x="10160" y="0"/>
                </a:moveTo>
                <a:lnTo>
                  <a:pt x="12202161" y="0"/>
                </a:lnTo>
                <a:lnTo>
                  <a:pt x="12202161" y="1599658"/>
                </a:lnTo>
                <a:lnTo>
                  <a:pt x="0" y="461043"/>
                </a:lnTo>
                <a:lnTo>
                  <a:pt x="10160" y="0"/>
                </a:lnTo>
                <a:close/>
              </a:path>
            </a:pathLst>
          </a:cu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等腰三角形 28"/>
          <p:cNvSpPr/>
          <p:nvPr userDrawn="1"/>
        </p:nvSpPr>
        <p:spPr>
          <a:xfrm flipV="1">
            <a:off x="-1" y="-10556"/>
            <a:ext cx="5752619" cy="1599658"/>
          </a:xfrm>
          <a:prstGeom prst="triangle">
            <a:avLst>
              <a:gd name="adj" fmla="val 0"/>
            </a:avLst>
          </a:prstGeom>
          <a:solidFill>
            <a:schemeClr val="accent5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0" name="图片 29"/>
          <p:cNvPicPr>
            <a:picLocks noChangeAspect="1"/>
          </p:cNvPicPr>
          <p:nvPr userDrawn="1"/>
        </p:nvPicPr>
        <p:blipFill>
          <a:blip r:embed="rId2" cstate="email">
            <a:lum bright="100000" contrast="-40000"/>
          </a:blip>
          <a:stretch>
            <a:fillRect/>
          </a:stretch>
        </p:blipFill>
        <p:spPr>
          <a:xfrm>
            <a:off x="163132" y="101800"/>
            <a:ext cx="2772075" cy="762828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78543" y="18410"/>
            <a:ext cx="10515600" cy="1325563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科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281832" y="182507"/>
            <a:ext cx="8216283" cy="759735"/>
          </a:xfrm>
          <a:solidFill>
            <a:srgbClr val="014099"/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flood" dir="t"/>
          </a:scene3d>
          <a:sp3d/>
        </p:spPr>
        <p:txBody>
          <a:bodyPr vert="horz" lIns="91440" tIns="45720" rIns="91440" bIns="45720" rtlCol="0" anchor="ctr">
            <a:normAutofit/>
          </a:bodyPr>
          <a:lstStyle>
            <a:lvl1pPr>
              <a:defRPr lang="zh-CN" altLang="en-US" sz="3200" b="1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 userDrawn="1"/>
        </p:nvGrpSpPr>
        <p:grpSpPr>
          <a:xfrm>
            <a:off x="-1" y="1013101"/>
            <a:ext cx="12192001" cy="5844899"/>
            <a:chOff x="-1" y="1092199"/>
            <a:chExt cx="12192001" cy="5765801"/>
          </a:xfrm>
        </p:grpSpPr>
        <p:pic>
          <p:nvPicPr>
            <p:cNvPr id="8" name="图片 7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-1" y="1092199"/>
              <a:ext cx="12192001" cy="5765801"/>
            </a:xfrm>
            <a:prstGeom prst="rect">
              <a:avLst/>
            </a:prstGeom>
          </p:spPr>
        </p:pic>
        <p:sp>
          <p:nvSpPr>
            <p:cNvPr id="9" name="矩形 8"/>
            <p:cNvSpPr/>
            <p:nvPr userDrawn="1"/>
          </p:nvSpPr>
          <p:spPr>
            <a:xfrm>
              <a:off x="0" y="1092199"/>
              <a:ext cx="12192000" cy="5765801"/>
            </a:xfrm>
            <a:prstGeom prst="rect">
              <a:avLst/>
            </a:prstGeom>
            <a:solidFill>
              <a:schemeClr val="bg1">
                <a:alpha val="9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矩形 9"/>
          <p:cNvSpPr/>
          <p:nvPr userDrawn="1"/>
        </p:nvSpPr>
        <p:spPr>
          <a:xfrm>
            <a:off x="0" y="955951"/>
            <a:ext cx="12192000" cy="156384"/>
          </a:xfrm>
          <a:prstGeom prst="rect">
            <a:avLst/>
          </a:prstGeom>
          <a:gradFill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/>
          <p:cNvSpPr/>
          <p:nvPr userDrawn="1"/>
        </p:nvSpPr>
        <p:spPr>
          <a:xfrm>
            <a:off x="0" y="72341"/>
            <a:ext cx="139700" cy="835638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0" y="206657"/>
            <a:ext cx="2603500" cy="701321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D4B51F-5022-4B9A-B1DC-58E2D82F8E58}" type="datetimeFigureOut">
              <a:rPr lang="zh-CN" altLang="en-US" smtClean="0"/>
              <a:t>2025/1/10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BB207-5EAB-47C3-B719-5632B4BE83B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BA1DFDC3-8CBB-4ECF-95EC-BABF09A9E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43456"/>
            <a:ext cx="10056779" cy="2533552"/>
          </a:xfrm>
        </p:spPr>
        <p:txBody>
          <a:bodyPr/>
          <a:lstStyle/>
          <a:p>
            <a:r>
              <a:rPr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User-Assisted Shadow Detection and Removal Algorithm </a:t>
            </a:r>
            <a:b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Based on </a:t>
            </a:r>
            <a:b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Thresholding and Region Growing</a:t>
            </a:r>
            <a:endParaRPr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838B976-C8B3-4982-8998-76E5F9A5D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/>
          </a:bodyPr>
          <a:lstStyle/>
          <a:p>
            <a:r>
              <a:rPr lang="en-US" altLang="zh-CN" dirty="0" err="1"/>
              <a:t>Yining</a:t>
            </a:r>
            <a:r>
              <a:rPr lang="en-US" altLang="zh-CN" dirty="0"/>
              <a:t> Jiang, </a:t>
            </a:r>
            <a:r>
              <a:rPr lang="en-US" altLang="zh-CN" dirty="0" err="1"/>
              <a:t>Zhaojun</a:t>
            </a:r>
            <a:r>
              <a:rPr lang="en-US" altLang="zh-CN" dirty="0"/>
              <a:t> Ni, Lanxuan Zhang</a:t>
            </a:r>
          </a:p>
          <a:p>
            <a:r>
              <a:rPr lang="en-US" altLang="zh-CN" dirty="0"/>
              <a:t>School of Information Science and Technology, </a:t>
            </a:r>
            <a:r>
              <a:rPr lang="en-US" altLang="zh-CN" dirty="0" err="1"/>
              <a:t>Shanghaitech</a:t>
            </a:r>
            <a:r>
              <a:rPr lang="en-US" altLang="zh-CN" dirty="0"/>
              <a:t> University</a:t>
            </a:r>
          </a:p>
          <a:p>
            <a:r>
              <a:rPr lang="en-US" altLang="zh-CN" dirty="0"/>
              <a:t>2025.1.13 </a:t>
            </a:r>
            <a:endParaRPr lang="zh-CN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36F8D26-B507-4412-89C4-7BD53FCA8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0886" y="1716427"/>
            <a:ext cx="5090808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Problem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Shadows affect object recognition and scene understanding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Difficulties in separating objects from their shadows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Proposed Solution</a:t>
            </a: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Combination of YCbCr color space analysis, seeded region growing (SRG), and Gaussian filtering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8152166-5D07-4372-9156-76F457A2A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376" y="1716427"/>
            <a:ext cx="3777068" cy="287776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Methodology Overview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8D7A69DB-2318-4FAC-AC13-3CE90688F6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344525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7531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Detection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/>
              <p:nvPr/>
            </p:nvSpPr>
            <p:spPr>
              <a:xfrm>
                <a:off x="6944263" y="1740539"/>
                <a:ext cx="2404761" cy="3689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𝑇h𝑟𝑒𝑠h𝑜𝑙𝑑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altLang="zh-CN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</m:sSub>
                      </m:num>
                      <m:den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𝑅𝑎𝑡𝑖𝑜</m:t>
                        </m:r>
                      </m:den>
                    </m:f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438A23DB-CAD6-493F-96FA-2E286B3ED4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263" y="1740539"/>
                <a:ext cx="2404761" cy="368947"/>
              </a:xfrm>
              <a:prstGeom prst="rect">
                <a:avLst/>
              </a:prstGeom>
              <a:blipFill>
                <a:blip r:embed="rId2"/>
                <a:stretch>
                  <a:fillRect l="-3544" r="-1519"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/>
              <p:nvPr/>
            </p:nvSpPr>
            <p:spPr>
              <a:xfrm>
                <a:off x="6944263" y="2242026"/>
                <a:ext cx="33061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𝑆h𝑎𝑑𝑜𝑤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𝑀𝑎𝑠𝑘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𝑇h𝑟𝑒𝑠h𝑜𝑙𝑑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DC1E777A-3003-4C7B-885E-8ADDE969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4263" y="2242026"/>
                <a:ext cx="3306161" cy="276999"/>
              </a:xfrm>
              <a:prstGeom prst="rect">
                <a:avLst/>
              </a:prstGeom>
              <a:blipFill>
                <a:blip r:embed="rId3"/>
                <a:stretch>
                  <a:fillRect l="-1105" r="-921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6216" y="1443841"/>
                <a:ext cx="4491523" cy="397031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zh-CN" altLang="zh-CN" sz="2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en-US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kumimoji="0" lang="zh-CN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Convert RGB image to YCbCr color space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Calculate mean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𝜇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)  and standard</a:t>
                </a:r>
              </a:p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deviation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𝜎</m:t>
                        </m:r>
                      </m:e>
                      <m:sub>
                        <m:r>
                          <a:rPr lang="en-US" altLang="zh-CN" sz="2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n-US" altLang="zh-CN" sz="28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of the </a:t>
                </a:r>
                <a:r>
                  <a:rPr lang="zh-CN" altLang="zh-CN" sz="2800" dirty="0">
                    <a:latin typeface="Arial" panose="020B0604020202020204" pitchFamily="34" charset="0"/>
                    <a:cs typeface="Arial" panose="020B0604020202020204" pitchFamily="34" charset="0"/>
                  </a:rPr>
                  <a:t>luminance (Y) channel </a:t>
                </a:r>
                <a:endParaRPr lang="en-US" altLang="zh-CN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kumimoji="0" lang="zh-CN" altLang="zh-CN" sz="2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Apply thresholding to detect shadow regions</a:t>
                </a:r>
              </a:p>
            </p:txBody>
          </p:sp>
        </mc:Choice>
        <mc:Fallback xmlns="">
          <p:sp>
            <p:nvSpPr>
              <p:cNvPr id="6" name="Rectangle 2">
                <a:extLst>
                  <a:ext uri="{FF2B5EF4-FFF2-40B4-BE49-F238E27FC236}">
                    <a16:creationId xmlns:a16="http://schemas.microsoft.com/office/drawing/2014/main" id="{DE13D87F-AA96-4AE8-AF75-5A71D21958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216" y="1443841"/>
                <a:ext cx="4491523" cy="3970318"/>
              </a:xfrm>
              <a:prstGeom prst="rect">
                <a:avLst/>
              </a:prstGeom>
              <a:blipFill>
                <a:blip r:embed="rId4"/>
                <a:stretch>
                  <a:fillRect l="-2714" r="-543" b="-3840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图片 7">
            <a:extLst>
              <a:ext uri="{FF2B5EF4-FFF2-40B4-BE49-F238E27FC236}">
                <a16:creationId xmlns:a16="http://schemas.microsoft.com/office/drawing/2014/main" id="{C238645C-F25D-4CCF-82AB-D60B07E240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9956" y="2773362"/>
            <a:ext cx="3028160" cy="250728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4889A9D0-2107-42D3-A208-E8A035B7E0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8116" y="2773362"/>
            <a:ext cx="3028160" cy="2507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401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Seed Region Growing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B98A97-CD20-44CF-9A2C-4BE2EB5479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838" y="3092048"/>
            <a:ext cx="4572000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seed point selection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User-defined points via MATLAB’s ginput function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Iterative region growing process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Combines regions from all seed points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Improves shadow mask accuracy 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26379F-F26B-4D16-B1E4-EF6DE7A36A61}"/>
              </a:ext>
            </a:extLst>
          </p:cNvPr>
          <p:cNvSpPr txBox="1"/>
          <p:nvPr/>
        </p:nvSpPr>
        <p:spPr>
          <a:xfrm>
            <a:off x="5171884" y="3566484"/>
            <a:ext cx="2634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Seed point selection </a:t>
            </a:r>
            <a:r>
              <a:rPr lang="en-US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gui</a:t>
            </a: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DCBD06-7517-4038-9C6A-A7476D32AC92}"/>
              </a:ext>
            </a:extLst>
          </p:cNvPr>
          <p:cNvSpPr txBox="1"/>
          <p:nvPr/>
        </p:nvSpPr>
        <p:spPr>
          <a:xfrm>
            <a:off x="8498116" y="3542723"/>
            <a:ext cx="2890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Seed point selection result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7BCDD-88C1-4C4F-86AA-FD2976B2D158}"/>
              </a:ext>
            </a:extLst>
          </p:cNvPr>
          <p:cNvSpPr txBox="1"/>
          <p:nvPr/>
        </p:nvSpPr>
        <p:spPr>
          <a:xfrm>
            <a:off x="6692604" y="6130755"/>
            <a:ext cx="2819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mask after SRG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C03616-B293-4DED-BCA9-310FFB0A04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192" y="3935816"/>
            <a:ext cx="2741922" cy="2255132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C6B04FE-DACE-4C3B-9396-62196CA4A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7566" y="1125010"/>
            <a:ext cx="2802690" cy="236312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F917BC0-1643-4C6C-BA6F-E49B3DF6C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750" y="1125010"/>
            <a:ext cx="3423266" cy="255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6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82508"/>
            <a:ext cx="8216283" cy="75973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Boundary Extraction and Smoothing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CD23BD-C548-4A67-834F-BA794567B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2709" y="1812782"/>
            <a:ext cx="4951826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zh-CN" dirty="0"/>
              <a:t>Use </a:t>
            </a:r>
            <a:r>
              <a:rPr lang="en-US" altLang="zh-CN" b="1" dirty="0"/>
              <a:t>morphological erosion</a:t>
            </a:r>
            <a:r>
              <a:rPr lang="en-US" altLang="zh-CN" dirty="0"/>
              <a:t> to shrink the shadow region and isolate the inner boundary.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zh-CN" dirty="0"/>
              <a:t>Apply </a:t>
            </a:r>
            <a:r>
              <a:rPr lang="en-US" altLang="zh-CN" b="1" dirty="0"/>
              <a:t>morphological dilation</a:t>
            </a:r>
            <a:r>
              <a:rPr lang="en-US" altLang="zh-CN" dirty="0"/>
              <a:t> to expand the boundary region, creating a buffer zone for smoothing.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zh-CN" dirty="0"/>
              <a:t>Apply </a:t>
            </a:r>
            <a:r>
              <a:rPr lang="en-US" altLang="zh-CN" b="1" dirty="0"/>
              <a:t>Gaussian filtering</a:t>
            </a:r>
            <a:r>
              <a:rPr lang="en-US" altLang="zh-CN" dirty="0"/>
              <a:t> to the boundary region for gradual luminance transitions.</a:t>
            </a: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BB8899A8-414D-401B-A9DC-C88F65CA9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870" y="1238250"/>
            <a:ext cx="5676900" cy="438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832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Shadow Removal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9656" y="1749271"/>
                <a:ext cx="5120639" cy="271234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zh-CN" altLang="zh-CN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Linear Transformation</a:t>
                </a:r>
                <a:r>
                  <a:rPr kumimoji="0" lang="zh-CN" altLang="zh-CN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: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zh-CN" altLang="zh-CN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Adjust pixel values in shadow and boundary regions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zh-CN" altLang="zh-CN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Use mean and standard deviation of luminance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zh-CN" altLang="zh-CN" sz="1800" b="1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Equations</a:t>
                </a:r>
                <a:r>
                  <a:rPr kumimoji="0" lang="zh-CN" altLang="zh-CN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: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altLang="zh-CN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kumimoji="0" lang="en-US" altLang="zh-CN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kumimoji="0" lang="en-US" altLang="zh-CN" sz="1800" b="0" i="1" u="none" strike="noStrike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altLang="zh-CN" sz="1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kumimoji="0" lang="en-US" altLang="zh-CN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zh-CN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kumimoji="0" lang="en-US" altLang="zh-CN" sz="18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𝑙𝑖𝑡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𝑠h𝑎𝑑𝑜𝑤</m:t>
                            </m:r>
                          </m:sub>
                        </m:sSub>
                      </m:den>
                    </m:f>
                  </m:oMath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𝑐𝑜𝑟𝑟𝑒𝑐𝑡𝑒𝑑</m:t>
                        </m:r>
                      </m:sub>
                    </m:sSub>
                    <m:r>
                      <a:rPr kumimoji="0" lang="zh-CN" altLang="zh-CN" sz="18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en-US" altLang="zh-CN" sz="18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𝛼</m:t>
                    </m:r>
                    <m:r>
                      <a:rPr kumimoji="0" lang="en-US" altLang="zh-CN" sz="18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_</m:t>
                    </m:r>
                    <m:r>
                      <a:rPr kumimoji="0" lang="zh-CN" altLang="zh-CN" sz="18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zh-CN" altLang="zh-CN" sz="1800" b="0" i="1" u="none" strike="noStrike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 + </m:t>
                    </m:r>
                    <m:sSub>
                      <m:sSubPr>
                        <m:ctrlPr>
                          <a:rPr kumimoji="0" lang="en-US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zh-CN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kumimoji="0" lang="zh-CN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0" lang="en-US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kumimoji="0" lang="en-US" altLang="zh-CN" sz="1800" b="0" i="1" u="none" strike="noStrike" cap="none" normalizeH="0" baseline="0" dirty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𝑠h𝑎𝑑𝑜𝑤</m:t>
                        </m:r>
                      </m:sub>
                    </m:sSub>
                  </m:oMath>
                </a14:m>
                <a:endParaRPr kumimoji="0" lang="zh-CN" altLang="zh-CN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r>
                  <a:rPr kumimoji="0" lang="zh-CN" altLang="zh-CN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Apply Gaussian filtering for seamless transitions </a:t>
                </a:r>
              </a:p>
            </p:txBody>
          </p:sp>
        </mc:Choice>
        <mc:Fallback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4C86181-E806-4A41-8200-80239D1AEE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9656" y="1749271"/>
                <a:ext cx="5120639" cy="2712346"/>
              </a:xfrm>
              <a:prstGeom prst="rect">
                <a:avLst/>
              </a:prstGeom>
              <a:blipFill>
                <a:blip r:embed="rId2"/>
                <a:stretch>
                  <a:fillRect l="-1071" t="-674" b="-314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C996A618-1961-405A-A3C9-B8E81C413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77" y="1377095"/>
            <a:ext cx="5125432" cy="410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32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Experimental Results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DBF384C-7F13-4266-8611-33073F80A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389" y="1246969"/>
            <a:ext cx="6724650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7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F6F6DA-5CF8-4955-BB9A-AF645D86A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4649" y="1498743"/>
            <a:ext cx="740270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zh-C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Limitations</a:t>
            </a:r>
            <a:endParaRPr kumimoji="0" lang="zh-CN" altLang="zh-CN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Remaining artifacts on sharp/irregular edges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Color bias in shadow regions with distinct chromatic properties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Decreased performance in complex scenes with multiple light sources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3EEFE7C-7751-4E32-9043-C40CEEB4EB2D}"/>
              </a:ext>
            </a:extLst>
          </p:cNvPr>
          <p:cNvSpPr/>
          <p:nvPr/>
        </p:nvSpPr>
        <p:spPr>
          <a:xfrm>
            <a:off x="2394649" y="3001501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b="1" dirty="0"/>
              <a:t>Future Work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Improved boundary refinement (e.g., guided filtering, adaptive smoothing)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Contextual information (e.g., object segmentation, material properties)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Integration of deep learning approaches (CNNs, GANs)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dirty="0"/>
              <a:t>Application in real-time video processing and advanced image editing</a:t>
            </a:r>
          </a:p>
        </p:txBody>
      </p:sp>
    </p:spTree>
    <p:extLst>
      <p:ext uri="{BB962C8B-B14F-4D97-AF65-F5344CB8AC3E}">
        <p14:creationId xmlns:p14="http://schemas.microsoft.com/office/powerpoint/2010/main" val="2613287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81833" y="161406"/>
            <a:ext cx="8216283" cy="759735"/>
          </a:xfrm>
        </p:spPr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AE4C54-B8DE-4172-A160-C31C08F9E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2606" y="2207086"/>
            <a:ext cx="6103034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Effective</a:t>
            </a:r>
            <a:r>
              <a:rPr kumimoji="0" lang="en-US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zh-CN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nteractive</a:t>
            </a: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framework combining YCbCr, SRG, and Gaussian filtering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Significant improvement in shadow detection and removal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CN" altLang="zh-CN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Provides a solid foundation for further advancements in the field 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8F142E4-32D8-4134-9E82-E2BE0017B2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6548" y="1272222"/>
            <a:ext cx="3028160" cy="25072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EA5C1D8-CB70-4CAB-A6FF-43580476D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996" y="3908316"/>
            <a:ext cx="3305263" cy="26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98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73E4595-D1F3-4A79-86C1-F06CF4567F1F}"/>
              </a:ext>
            </a:extLst>
          </p:cNvPr>
          <p:cNvSpPr txBox="1"/>
          <p:nvPr/>
        </p:nvSpPr>
        <p:spPr>
          <a:xfrm>
            <a:off x="492867" y="1342417"/>
            <a:ext cx="1066151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[1] K. Deb and A. H. </a:t>
            </a:r>
            <a:r>
              <a:rPr lang="en-US" altLang="zh-CN" dirty="0" err="1"/>
              <a:t>Suny</a:t>
            </a:r>
            <a:r>
              <a:rPr lang="en-US" altLang="zh-CN" dirty="0"/>
              <a:t>, “Shadow detection and removal based on </a:t>
            </a:r>
            <a:r>
              <a:rPr lang="en-US" altLang="zh-CN" dirty="0" err="1"/>
              <a:t>YCbCr</a:t>
            </a:r>
            <a:r>
              <a:rPr lang="en-US" altLang="zh-CN" dirty="0"/>
              <a:t> color space,” </a:t>
            </a:r>
            <a:r>
              <a:rPr lang="en-US" altLang="zh-CN" dirty="0" err="1"/>
              <a:t>SmartCR</a:t>
            </a:r>
            <a:r>
              <a:rPr lang="en-US" altLang="zh-CN" dirty="0"/>
              <a:t>, vol. 4, no. 1, pp. 23–33, 2014.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[2] M. Mary </a:t>
            </a:r>
            <a:r>
              <a:rPr lang="en-US" altLang="zh-CN" dirty="0" err="1"/>
              <a:t>Synthuja</a:t>
            </a:r>
            <a:r>
              <a:rPr lang="en-US" altLang="zh-CN" dirty="0"/>
              <a:t> Jain </a:t>
            </a:r>
            <a:r>
              <a:rPr lang="en-US" altLang="zh-CN" dirty="0" err="1"/>
              <a:t>Preetha</a:t>
            </a:r>
            <a:r>
              <a:rPr lang="en-US" altLang="zh-CN" dirty="0"/>
              <a:t>, L. Padma Suresh, and M. John Bosco, “Image segmentation using seeded region growing,” in 2012 International Conference on Computing, Electronics and Electrical Technologies (IC CEET), </a:t>
            </a:r>
            <a:r>
              <a:rPr lang="en-US" altLang="zh-CN" dirty="0" err="1"/>
              <a:t>Nagercoil</a:t>
            </a:r>
            <a:r>
              <a:rPr lang="en-US" altLang="zh-CN" dirty="0"/>
              <a:t>, India, 2012, pp. 576–583.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[3] F. Liu and M. </a:t>
            </a:r>
            <a:r>
              <a:rPr lang="en-US" altLang="zh-CN" dirty="0" err="1"/>
              <a:t>Gleicher</a:t>
            </a:r>
            <a:r>
              <a:rPr lang="en-US" altLang="zh-CN" dirty="0"/>
              <a:t>, “Texture-consistent shadow removal,” in Com </a:t>
            </a:r>
            <a:r>
              <a:rPr lang="en-US" altLang="zh-CN" dirty="0" err="1"/>
              <a:t>puter</a:t>
            </a:r>
            <a:r>
              <a:rPr lang="en-US" altLang="zh-CN" dirty="0"/>
              <a:t> Vision–ECCV 2008: 10th European Conference on Computer Vision, Marseille, France, October 12-18, 2008, Proceedings, Part IV 10, 2008, pp. 437–450.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[4] Y. Shor and D. </a:t>
            </a:r>
            <a:r>
              <a:rPr lang="en-US" altLang="zh-CN" dirty="0" err="1"/>
              <a:t>Lischinski</a:t>
            </a:r>
            <a:r>
              <a:rPr lang="en-US" altLang="zh-CN" dirty="0"/>
              <a:t>, “The shadow meets the mask: Pyramid-based shadow removal,” in Computer Graphics Forum, vol. 27, no. 2, 2008, pp. 577–586, Wiley Online Library.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 [5] C. Xiao, D. Xiao, L. Zhang, and L. Chen, “Efficient shadow removal using subregion matching illumination transfer,” in Computer Graphics Forum, vol. 32, no. 7, 2013, pp. 421–430, Wiley Online Library.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[6] L. Zhang, Q. Zhang, and C. Xiao, “Shadow remover: Image shadow re </a:t>
            </a:r>
            <a:r>
              <a:rPr lang="en-US" altLang="zh-CN" dirty="0" err="1"/>
              <a:t>moval</a:t>
            </a:r>
            <a:r>
              <a:rPr lang="en-US" altLang="zh-CN" dirty="0"/>
              <a:t> based on illumination recovering optimization,” IEEE Transactions on Image Processing, vol. 24, no. 11, pp. 4623–4636, 2015.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32050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583227D-A867-4CC0-A4DD-55124268A05C}"/>
              </a:ext>
            </a:extLst>
          </p:cNvPr>
          <p:cNvSpPr txBox="1"/>
          <p:nvPr/>
        </p:nvSpPr>
        <p:spPr>
          <a:xfrm>
            <a:off x="1540907" y="2828835"/>
            <a:ext cx="91101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200" dirty="0">
                <a:latin typeface="Arial" panose="020B0604020202020204" pitchFamily="34" charset="0"/>
                <a:cs typeface="Arial" panose="020B0604020202020204" pitchFamily="34" charset="0"/>
              </a:rPr>
              <a:t>Thanks for listening</a:t>
            </a:r>
            <a:r>
              <a:rPr lang="zh-CN" altLang="en-US" sz="7200" dirty="0">
                <a:latin typeface="Arial" panose="020B0604020202020204" pitchFamily="34" charset="0"/>
                <a:cs typeface="Arial" panose="020B0604020202020204" pitchFamily="34" charset="0"/>
              </a:rPr>
              <a:t>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hanghaiTech">
      <a:dk1>
        <a:sysClr val="windowText" lastClr="000000"/>
      </a:dk1>
      <a:lt1>
        <a:sysClr val="window" lastClr="FFFFFF"/>
      </a:lt1>
      <a:dk2>
        <a:srgbClr val="A40006"/>
      </a:dk2>
      <a:lt2>
        <a:srgbClr val="E7E6E6"/>
      </a:lt2>
      <a:accent1>
        <a:srgbClr val="004098"/>
      </a:accent1>
      <a:accent2>
        <a:srgbClr val="009944"/>
      </a:accent2>
      <a:accent3>
        <a:srgbClr val="F39800"/>
      </a:accent3>
      <a:accent4>
        <a:srgbClr val="7E3C93"/>
      </a:accent4>
      <a:accent5>
        <a:srgbClr val="269BC1"/>
      </a:accent5>
      <a:accent6>
        <a:srgbClr val="A40006"/>
      </a:accent6>
      <a:hlink>
        <a:srgbClr val="A40006"/>
      </a:hlink>
      <a:folHlink>
        <a:srgbClr val="A40006"/>
      </a:folHlink>
    </a:clrScheme>
    <a:fontScheme name="微软雅黑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671</Words>
  <Application>Microsoft Office PowerPoint</Application>
  <PresentationFormat>宽屏</PresentationFormat>
  <Paragraphs>70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微软雅黑</vt:lpstr>
      <vt:lpstr>Arial</vt:lpstr>
      <vt:lpstr>Cambria Math</vt:lpstr>
      <vt:lpstr>Office 主题​​</vt:lpstr>
      <vt:lpstr>User-Assisted Shadow Detection and Removal Algorithm  Based on  Thresholding and Region Growing</vt:lpstr>
      <vt:lpstr>Introduction</vt:lpstr>
      <vt:lpstr>Methodology Overview</vt:lpstr>
      <vt:lpstr>Shadow Detection</vt:lpstr>
      <vt:lpstr>Seed Region Growing</vt:lpstr>
      <vt:lpstr>Boundary Extraction and Smoothing</vt:lpstr>
      <vt:lpstr>Shadow Removal</vt:lpstr>
      <vt:lpstr>Experimental Results</vt:lpstr>
      <vt:lpstr>Limitations</vt:lpstr>
      <vt:lpstr>Conclusion</vt:lpstr>
      <vt:lpstr>References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George Yao;Jiahe Shi</dc:creator>
  <cp:lastModifiedBy>ZhangLanxuan</cp:lastModifiedBy>
  <cp:revision>102</cp:revision>
  <dcterms:created xsi:type="dcterms:W3CDTF">2019-02-23T16:09:00Z</dcterms:created>
  <dcterms:modified xsi:type="dcterms:W3CDTF">2025-01-10T09:09:14Z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2052-11.1.0.10495</vt:lpwstr>
  </property>
  <property fmtid="{D5CDD505-2E9C-101B-9397-08002B2CF9AE}" pid="3" name="ICV">
    <vt:lpwstr>80B76266CAF048D0B180BD7250798C20</vt:lpwstr>
  </property>
</Properties>
</file>